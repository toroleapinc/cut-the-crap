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slide. Introduce yourself and the format: ~4 hours, hands-on, lots of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Part 1. Goal: show there are 3 major AIs worth knowing.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each AI has strengths. No single winner. Encourage signing up for all three free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key concept. Models are interchangeable. Apps are just wrappers.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 of thumb: start mid-tier. Sonnet 4.6 is the sweet spot for most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ChatGPT free tier now shows ads. Best value: use free tiers, pick ONE $20 sub, then graduate to OpenClaw +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 keys are the ONLY way to use AI in your own programs. OAuth only works with official apps like OpenClaw and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OpenClaw accepts BOTH methods. OAuth is zero extra cost if you have a subscription. API key gives you exact cost tracking and works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creating an API key live. Google's free tier is very generous for Gemini.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Part 3. Time for demos!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quick live demos of each. Image gen and vision are the crowd favorites.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Part 4. Important reality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examples of hallucinations. The 'confident but wrong' aspect is what makes it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CRITICAL: Do NOT say paid tiers are safe. All consumer plans (Free, Plus, Pro, Max) train by default. You must opt out. Even with opt-out, providers keep safety logs (~30 days).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 with training opt-out, data may be retained for safety monitoring. Treat AI like a public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hands-on. Make sure everyone has accounts.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Circulate and help. Encourage people to compare all three. The image upload exercise is always a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Part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 .md file in a text editor. Point out the simple syntax.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need to memorize — just know these exist. Tab completion is your friend.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on phone. Show switching models, cost display, multi-platform.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install live. WSL install requires a restart. Have people start this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daily use. Even 10 minutes a day builds fluency fast.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out cheat sheets. Offer to help with setup. Remind them: 10 min/day.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Cut the Crap</a:t>
            </a:r>
          </a:p>
          <a:p>
            <a:pPr algn="ctr"/>
            <a:r>
              <a:rPr sz="2400">
                <a:solidFill>
                  <a:srgbClr val="0096D6"/>
                </a:solidFill>
                <a:latin typeface="Calibri"/>
              </a:rPr>
              <a:t>Everything You Need to Know About AI</a:t>
            </a:r>
            <a:br/>
            <a:r>
              <a:t>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Part 1: The Landscape</a:t>
            </a:r>
          </a:p>
          <a:p>
            <a:pPr algn="ctr"/>
            <a:r>
              <a:rPr sz="2400">
                <a:solidFill>
                  <a:srgbClr val="0096D6"/>
                </a:solidFill>
                <a:latin typeface="Calibri"/>
              </a:rPr>
              <a:t>There's more than ChatGPT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The Big Three AIs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801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Made By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Best At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Sign Up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ChatGPT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Image gen, all-rounder, coding (GPT-5.2-Codex)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chatgpt.com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Claude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Writing, analysis, long docs (1M tokens)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claude.ai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Google integration, Deep Research, generous free tier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gemini.google.com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The Brain vs The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🧠 Model = the brain (GPT-5.2, Sonnet 4.6, Gemini 2.5 Pro)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💻 App = the interface (ChatGPT website, Claude.ai, OpenClaw)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Same brain can power different apps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OpenClaw lets you use ALL brains from one place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Why this matters: you're not locked into one 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Part 2: How It Works</a:t>
            </a:r>
          </a:p>
          <a:p>
            <a:pPr algn="ctr"/>
            <a:r>
              <a:rPr sz="2400">
                <a:solidFill>
                  <a:srgbClr val="0096D6"/>
                </a:solidFill>
                <a:latin typeface="Calibri"/>
              </a:rPr>
              <a:t>Models, pricing, and access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Models: Pick the Right Brain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801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Quick &amp; cheap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GPT-4.1-nano / GPT-5-mini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Haiku 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Gemini 2.5 Flash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Everyday work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GPT-4.1 / GPT-5.2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Sonnet 4.6 ⭐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Gemini 2.5 Pro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Maximum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GPT-5.2-Codex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Opus 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Gemini 2.5 Pro (Thinking)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What Things Actually Cost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80160"/>
          <a:ext cx="10515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ChatGPT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Claude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Free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GPT-5.2 (limited, has ads)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Sonnet 4.6 (limited)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2.5 Flash + limited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Budget ($8/mo)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AI Plus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Standard ($20/mo)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Plus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AI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Power ($100-250/mo)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Pro — $200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Max — $100-200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Ultra — $250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What's an API Key?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🔑 A password that lets programs talk to AI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💰 Pay-as-you-go: pennies per conversation ($5-15/mo typical)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📊 You see exact dollar cost for every request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🛠️ Required for custom programs — OAuth is NOT available for your own code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⚠️ Treat API keys like credit card numbers — never share them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Two Ways to Authenticate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🔐 OAuth (Use Your Subscription)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For official apps: OpenClaw, Claude Code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App gives link → authorize in browser → paste code back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Uses your Pro/Max plan — no extra cost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Tokens count against subscription limits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You see token usage (no dollar cost)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🔑 API Key (Pay-as-You-Go)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Works with ANY app, including your own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Go to provider console → create key → add credits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Pay per token — pennies per conversation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You see exact dollar cost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• Custom programs can ONLY use API keys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API Key Setup (One-Time, ~5 min each)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801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Provider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URL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Steps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platform.openai.com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API Keys → Create → Add $10 billing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Anthropic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console.anthropic.com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API Keys → Create → Add $10 billing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aistudio.google.com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Get API Key → Create (free tier very generous)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Part 3: What AI Can Do</a:t>
            </a:r>
          </a:p>
          <a:p>
            <a:pPr algn="ctr"/>
            <a:r>
              <a:rPr sz="2400">
                <a:solidFill>
                  <a:srgbClr val="0096D6"/>
                </a:solidFill>
                <a:latin typeface="Calibri"/>
              </a:rPr>
              <a:t>Quick demos of real capabilities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AI Superpowers (Live Demos)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🎨 Image Generation — describe it, AI creates it (ChatGPT, Gemini)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🎤 Voice — real-time conversation with AI (ChatGPT Advanced Voice)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👁️ Vision — upload photos, AI understands them (all three)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🔬 Deep Research — AI reads 100+ sources for you (Gemini, ChatGPT)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🤖 Agents — AI that takes actions, not just answers (emerging)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Part 4: What AI Gets Wrong</a:t>
            </a:r>
          </a:p>
          <a:p>
            <a:pPr algn="ctr"/>
            <a:r>
              <a:rPr sz="2400">
                <a:solidFill>
                  <a:srgbClr val="0096D6"/>
                </a:solidFill>
                <a:latin typeface="Calibri"/>
              </a:rPr>
              <a:t>Hallucinations &amp; privacy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Hallucinations — When AI Is Confidently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🤥 AI can invent fake facts, citations, people, and URLs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📊 AI is great at THINKING, mediocre at REMEMBERING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🔍 30-Second Verification Rule: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1. Google the specific claim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2. Ask a second AI the same question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3. Ask: "Are you sure? Can you provide a source?"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4. For anything important: verify with a real 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Privacy: Where Does Your Data 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⚠️ ALL providers train on your data by default — FREE AND PAID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You must OPT OUT manually on each platform: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• ChatGPT: Settings &gt; Data Controls &gt; "Improve the model" → OFF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• Claude: Settings &gt; Privacy &gt; "Help improve Claude" → OFF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• Gemini: Profile &gt; Gemini Apps Activity → OFF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Business/Enterprise tiers &amp; API usage generally excluded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Never Paste These Into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🚫 Passwords or API keys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🚫 Credit card or bank numbers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🚫 Medical or legal records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🚫 Trade secrets or confidential business info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🚫 Full Social Security / government ID numbers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💡 Even with opt-out, providers keep safety logs (~30 days)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Part 5: Hands-On</a:t>
            </a:r>
          </a:p>
          <a:p>
            <a:pPr algn="ctr"/>
            <a:r>
              <a:rPr sz="2400">
                <a:solidFill>
                  <a:srgbClr val="0096D6"/>
                </a:solidFill>
                <a:latin typeface="Calibri"/>
              </a:rPr>
              <a:t>Try it yourself!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Hands-On Exercises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1️⃣ Go to claude.ai → upload a document → ask for summary + issues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2️⃣ Try the same task on ChatGPT, Claude, AND Gemini — compare!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3️⃣ Upload an image → ask AI to describe/analyze it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4️⃣ Try prompting tips: be specific, give context, iterate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5️⃣ Find a hallucination — ask AI about a niche topic you know well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Part 6: Getting Ready for OpenClaw</a:t>
            </a:r>
          </a:p>
          <a:p>
            <a:pPr algn="ctr"/>
            <a:r>
              <a:rPr sz="2400">
                <a:solidFill>
                  <a:srgbClr val="0096D6"/>
                </a:solidFill>
                <a:latin typeface="Calibri"/>
              </a:rPr>
              <a:t>Terminal basics &amp; setup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What is a Markdown File?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📝 Plain text with simple formatting: # headings, **bold**, - lists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💡 Why AI tools love it: lightweight, no proprietary format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📄 Files end in .md — you can edit in any text editor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🔧 Used everywhere: GitHub, documentation, OpenClaw config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✅ You already know it — this cheat sheet is written in Markdown!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Linux Survival Kit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80160"/>
          <a:ext cx="10515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Change directory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cd ~/Documents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List files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ls -la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Show file contents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cat notes.md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nano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Simple text editor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nano config.yaml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pwd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Where am I?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pwd → /home/you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mkdir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Create a folder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202020"/>
                          </a:solidFill>
                          <a:latin typeface="Calibri"/>
                        </a:rPr>
                        <a:t>mkdir projects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Meet OpenClaw —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🤖 One app → access ALL AI models (ChatGPT, Claude, Gemini)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💬 Works on phone, desktop, Discord, terminal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🔄 Switch models mid-conversation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💰 See exact costs (API) or use your subscription (OAuth)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🛠️ Extensible: tools, agents, automations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OpenClaw Setup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🍎 macOS: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brew install node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npm i -g openclaw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openclaw setup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Choose auth: OAuth or API Key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🪟 Windows (PowerShell Admin):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wsl --install → restart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Open Ubuntu terminal: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sudo apt update &amp;&amp; sudo apt upgrade -y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curl -fsSL https://deb.nodesource.com/setup_22.x | sudo -E bash -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sudo apt install -y nodejs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npm i -g openclaw &amp;&amp; openclaw setup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What to Try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🟢 Right Now (free): claude.ai → upload a doc → summarize + find issues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📅 This Week: same task on all 3 AIs — find your favorite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🚀 When Ready: set up OpenClaw → any model, one place, pay only for use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02020"/>
                </a:solidFill>
                <a:latin typeface="Calibri"/>
              </a:rPr>
              <a:t>📚 Keep Learning: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• Simon Willison's blog — simonwillison.net (best AI commentary)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• The Verge AI — theverge.com/ai</a:t>
            </a:r>
          </a:p>
          <a:p>
            <a:pPr lvl="1"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  <a:latin typeface="Calibri"/>
              </a:rPr>
              <a:t>  • Just use it! 10 min/day → fluent in a month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Questions &amp; Next Steps</a:t>
            </a:r>
          </a:p>
          <a:p>
            <a:pPr algn="ctr"/>
            <a:r>
              <a:rPr sz="2400">
                <a:solidFill>
                  <a:srgbClr val="0096D6"/>
                </a:solidFill>
                <a:latin typeface="Calibri"/>
              </a:rPr>
              <a:t>Cheat sheet handout • OpenClaw setup help • Keep experimenting!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