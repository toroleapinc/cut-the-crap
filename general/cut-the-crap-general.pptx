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the market has matured. Three major players plus strong open-source alternatives. Encourage trying all three free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Use a rich prompt like 'Explain quantum computing to a 10-year-old in exactly 100 words.' Show all three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distinction. People confuse ChatGPT (the app) with GPT-5.2 (the model). OpenClaw accesses models directly via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Sonnet 4.6 is the sweet spot — near-Opus quality at fraction of cost. Start mid-tier, go up only for complex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ChatGPT Free now has ads! Best value: use free tiers to learn, pick ONE $20 sub, then graduate to OpenClaw +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creating an Anthropic API key live. Show the console, key creation, adding $10 credits. Mention that Google's free API tier is very generous.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people spend $5-15/month on API. Way cheaper than subscriptions for moderate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distinction. OAuth is convenient for subscription users; API key gives cost transparency and works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Credential locations: OpenClaw → ~/.openclaw/credentials/oauth.json, Claude Code → ~/.claude/.credentials.json. Claude Code primarily uses OAuth but can also use API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demos of each. Focus on practical uses. Image gen for presentations, voice for hands-free, vision for document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real examples of hallucinations. The lawyer who cited fake cases is a classic. Show how asking 'are you sure?' sometimes gets 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slide. Reassure that API and paid tiers are generally safe, but always check. OpenClaw is a pass-through — no data stored on OpenClaw servers.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them 10-15 minutes. Walk around and help with signups. Have backup prompts ready for people who finish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minutes. The point is to build intuition for which AI suits which task. Most people discover they prefer different AIs for different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10-15 minutes. Encourage people to use their own documents. Have sample PDFs ready for those who don't have anything handy.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demo: show a .md file in a text editor, then rendered. Mention that GitHub, Reddit, Discord all use Markdown.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Reassure: you only need these 6-8 commands. Everything else you can ask AI to help with. Demo each one live in WSL.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on phone. Show: sending a message, switching from Sonnet to GPT-5.2, showing cost difference. Show OAuth vs API key in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Windows setup live if possible. macOS is simpler. The openclaw setup wizard handles provider configuration interactively.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out the printed cheat sheet. Point out the QR code for the digital version. Remind them about the prompting tips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Q&amp;A. Remind them about resources: Simon Willison's blog, The Verge AI, and the cheat sheet. Encourage 10 minutes of AI use per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Cut the Crap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Everything You Need to Know About AI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Part 1: The Landscape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There's more than ChatGPT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There's More Than ChatGPT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ChatGPT (OpenAI) — the one everyone knows. Image gen, plugins, coding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Claude (Anthropic) — best at writing, analysis, long documents (1M tokens)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Gemini (Google) — Deep Research, Google integration, generous free tier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Others: DeepSeek V4, Llama 4 (Meta, open-source), Grok 4 (xAI)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Each has strengths — using only one is like owning one tool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Live Comparison: Same Prompt, 3 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We'll send the exact same prompt to ChatGPT, Claude, and Gemini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Watch how each interprets it differently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Notice: tone, structure, detail level, confidence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No single AI is 'best' — it depends on the task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💡 This is why power users switch between models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Brain vs 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Model = the brain (GPT-5.2, Sonnet 4.6, Gemini 2.5 Pro)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App = the interface (ChatGPT, Claude.ai, Gemini, OpenClaw)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Same model can power different apps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OpenClaw lets you use ANY model through ONE interface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The app decides what features you see; the model decides how smart it 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Part 2: How It Works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Models, pricing, and access methods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Models: Pick the Right Brain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2743200"/>
                <a:gridCol w="3291840"/>
              </a:tblGrid>
              <a:tr h="4572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Need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Quick &amp; cheap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GPT-4.1-mini / nano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Haiku 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Everyday work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GPT-4.1 / GPT-5.2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Sonnet 4.6 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Gemini 2.5 Pro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Maximum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GPT-5.2-Codex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Opus 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Gemini 2.5 Pro (Thinking)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Things Actually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292608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ChatGPT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GPT-5.2 (limited, ads)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Sonnet 4.6 (limited)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Flash + limited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Budget ($8)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Plus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Standard ($20)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 — $200/mo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5x — $100/mo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Ultra — $250/mo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What's an API Key?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 secret password that lets programs talk to AI on your behalf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Go to provider console → create key → add credits ($10 is fine)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You pay per token — typically pennies per conversation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You see exact dollar cost for every request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⚠️ Custom programs can ONLY use API keys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Treat API keys like credit card numbers — never share them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API Pricing (Pay-as-You-Go)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834640"/>
              </a:tblGrid>
              <a:tr h="4572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/ 1M tokens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/ 1M tokens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Typical chat cost</a:t>
                      </a:r>
                    </a:p>
                  </a:txBody>
                  <a:tcPr>
                    <a:solidFill>
                      <a:srgbClr val="0096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GPT-5.2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~3¢ per conversation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Opus 4.5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~2¢ per conversation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~1¢ per conversation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DeepSeek V4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$0.14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0.1¢ per conversation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Free tier!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Free tier!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Free (generous limits)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OAuth vs API Key — Two Ways to Authenticate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OAuth: App gives you a link → authorize in browser → paste code back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  → Uses your existing subscription (Pro/Max). No extra cost. Token-only visibility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API Key: Go to provider console → create key → add credits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  → Pay per token. See exact dollar cost. Works in ANY program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OpenClaw accepts BOTH — you choose during openclaw setup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Custom programs can ONLY use API keys (OAuth is not available)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OAuth: How It Actually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Available in official apps only: OpenClaw, Claude Code, Codex CLI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The app gives you a link → you authorize in browser → get a code → paste it back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Uses your existing Pro/Max plan — no extra charge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Tokens count against your subscription limits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You see token usage only (no dollar cost shown)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Credentials stored locally (never sent to third parties)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Part 3: What AI Can Do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Quick demos of real capabilities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Capabilities in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🎨 Image Generation — DALL-E 3 (ChatGPT), Imagen (Gemini)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🗣️ Voice — real-time conversation with ChatGPT Advanced Voice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👁️ Vision — upload photos, screenshots, documents for analysis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🔬 Deep Research — Gemini &amp; ChatGPT's multi-step research agents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🤖 Agents — AI that can browse, code, and take actions for you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💻 Coding — GPT-5.2-Codex, Claude Code (Opus 4.6), full-project generation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Part 4: What AI Gets Wrong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Hallucinations and privacy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Hallucinations: When AI Is Confidently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AI generates plausible-sounding text — but sometimes invents facts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It doesn't 'know' things — it predicts the next likely word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Especially dangerous: fake citations, made-up statistics, wrong dates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The 30-Second Check: Google the claim, ask a 2nd AI, ask for sources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AI is great at thinking, mediocre at remembering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Rule: never trust AI on facts without verification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Privacy &amp; Data: Where Does Your Stuff Go?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Free tiers: your conversations may train future models (opt-out available)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Paid tiers: typically do NOT train on your data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API usage: never used for training (all three providers)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Don't paste: passwords, SSNs, proprietary code, client data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OpenClaw: your data goes directly to the AI provider — OpenClaw never sees content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Check each provider's data retention policy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Part 5: Hands-On Exercises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Time to try it yourself!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Exercise 1: Try Claude.ai + Gemini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Go to claude.ai — sign up free (just need email)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Go to gemini.google.com — sign in with Google account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Try this prompt on both: 'Explain [topic you know well] to a beginner'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Compare: Which explanation was clearer? More accurate?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Try follow-up: 'Now make it more concise' or 'Give me 3 examples'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Notice how they handle conversation differently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Exercise 2: Same Task, Three 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Pick a real task: draft an email, summarize a concept, plan a trip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Send the EXACT same prompt to ChatGPT, Claude, and Gemini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Score each on: accuracy, tone, usefulness, format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Which would you actually use? Why?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Try: 'Write a 100-word email to a client explaining a 2-week delay'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Exercise 3: Upload a Document +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Upload a PDF, Word doc, or photo to Claude or Gemini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Ask: 'Summarize this document in 5 bullet points'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Ask: 'What are the main issues or concerns in this document?'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Try uploading a photo: 'What's in this image? Describe everything.'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This is where AI becomes a real productivity tool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Part 6: Getting Ready for OpenClaw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Markdown, Linux basics, and setup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Markdown? (And Why AI Loves 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Plain text with simple formatting: # heading, **bold**, - bullet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Every AI reads and writes Markdown natively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OpenClaw's config files, notes, and outputs use Markdown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You're already reading it — this cheat sheet is Markdown!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No special software needed — any text editor works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Learn 5 symbols and you're fluent: # * - ** ``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Linux Survival Kit: Terminal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cd folder — change directory  •  cd .. — go up one level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ls — list files  •  ls -la — list with details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cat file.txt — display file contents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nano file.txt — simple text editor (Ctrl+O save, Ctrl+X exit)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pwd — where am I?  •  clear — clean up the screen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Tab key = autocomplete  •  ↑ arrow = previous command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Meet OpenClaw —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One interface for ALL AI models (OpenAI, Anthropic, Google, xAI, etc.)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Switch models mid-conversation — compare on the fly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See real-time cost per message when using API keys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Works on phone, tablet, desktop — runs anywhere Node.js does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Accepts BOTH OAuth and API keys — choose during setup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Demo: phone demo showing model switching and cost tracking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Setup: Windows (WSL) + macOS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Windows: PowerShell (Admin) → wsl --install → restart → open Ubuntu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Then: sudo apt update &amp;&amp; sudo apt upgrade -y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Install Node.js: curl script → sudo apt install nodejs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Both platforms: npm i -g openclaw → openclaw setup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During setup: choose OAuth (use subscription) or API key (pay-as-you-go)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macOS: brew install node → npm i -g openclaw → openclaw setup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03200" lIns="508000"/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Cheat Sheet — 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 AIs worth knowing: ChatGPT, Claude, Gemini — try all free tiers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Start mid-tier model, go up only for complex tasks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Verify facts: Google it, ask 2nd AI, request sources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API key = pay per token, see exact cost, works everywhere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OAuth = use your subscription, no extra cost, official apps only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Best path: free tiers → one $20 sub → OpenClaw + API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Questions &amp; Next Steps</a:t>
            </a:r>
          </a:p>
          <a:p>
            <a:pPr algn="ctr">
              <a:defRPr sz="2200">
                <a:solidFill>
                  <a:srgbClr val="0096D6"/>
                </a:solidFill>
                <a:latin typeface="Calibri"/>
              </a:defRPr>
            </a:pPr>
            <a:r>
              <a:t>Thank you! 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