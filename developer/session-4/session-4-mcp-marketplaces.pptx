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Session 4. The Model Context Protocol, MCP servers, GPT Store &amp; ClawHub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is the most important infrastructure development in AI tooling. Explain the N×M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overview. Draw the client-server diagram on whiteboard if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JSON config goes in Claude Desktop settings. Each server is a separate process. Show how to find the config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official MCP servers from Anthropic + community. All installable via npx.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add filesystem and GitHub MCP servers. Show the tool list appearing in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Building MCP servers is straightforward. Show the basic TypeScript/Python skeleton.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Minimal MCP server in Python. list_tools returns available tools, call_tool handles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 Store is consumer-friendly. ClawHub is developer-focused. Both are growing marketplaces.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the relationship. MCP wraps function calling into a reusable, portable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 session. Students configure MCP servers and test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MCP is infrastructure that students will use throughout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MCP, Plugins &amp; Marketplaces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96D6"/>
                </a:solidFill>
              </a:defRPr>
            </a:pPr>
            <a:r>
              <a:t>The Model Context Protocol, MCP servers, GPT Store &amp; ClawHub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8899BB"/>
                </a:solidFill>
              </a:defRPr>
            </a:pPr>
            <a:r>
              <a:t>Session 4 of 8  •  Cut the Crap — AI Engineer Edition  • 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The Problem MCP Solves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Every app builds its own tool integrations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 apps × M tools = N×M custom integrations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MCP: a universal protocol — build once, use everywhere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Like USB for AI tools — standard plug-and-play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Created by Anthropic, adopted across the ecosystem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Supported in: Claude Desktop, OpenClaw, VS Code, Cursor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How MCP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MCP Server: exposes tools via a standard JSON-RPC protocol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MCP Client: any AI app that speaks MCP (Claude, OpenClaw, etc.)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Transport: stdio (local process) or HTTP/SSE (remote)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Server advertises available tools with schemas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Client sends tool calls, server returns results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One server can serve multiple clients simultaneously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MCP Server Configuration (Claude Desktop)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{</a:t>
            </a:r>
            <a:br/>
            <a:r>
              <a:t>  "mcpServers": {</a:t>
            </a:r>
            <a:br/>
            <a:r>
              <a:t>    "filesystem": {</a:t>
            </a:r>
            <a:br/>
            <a:r>
              <a:t>      "command": "npx",</a:t>
            </a:r>
            <a:br/>
            <a:r>
              <a:t>      "args": ["-y", "@modelcontextprotocol/server-filesystem",</a:t>
            </a:r>
            <a:br/>
            <a:r>
              <a:t>               "/Users/you/Documents"]</a:t>
            </a:r>
            <a:br/>
            <a:r>
              <a:t>    },</a:t>
            </a:r>
            <a:br/>
            <a:r>
              <a:t>    "github": {</a:t>
            </a:r>
            <a:br/>
            <a:r>
              <a:t>      "command": "npx",</a:t>
            </a:r>
            <a:br/>
            <a:r>
              <a:t>      "args": ["-y", "@modelcontextprotocol/server-github"],</a:t>
            </a:r>
            <a:br/>
            <a:r>
              <a:t>      "env": { "GITHUB_TOKEN": "ghp_xxx" }</a:t>
            </a:r>
            <a:br/>
            <a:r>
              <a:t>    },</a:t>
            </a:r>
            <a:br/>
            <a:r>
              <a:t>    "postgres": {</a:t>
            </a:r>
            <a:br/>
            <a:r>
              <a:t>      "command": "npx",</a:t>
            </a:r>
            <a:br/>
            <a:r>
              <a:t>      "args": ["-y", "@modelcontextprotocol/server-postgres",</a:t>
            </a:r>
            <a:br/>
            <a:r>
              <a:t>               "postgresql://user:pass@localhost/mydb"]</a:t>
            </a:r>
            <a:br/>
            <a:r>
              <a:t>    }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Popular MCP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Filesystem — read/write/search files on your computer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GitHub — repos, issues, PRs, code search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Slack — read channels, send messages, search history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PostgreSQL / SQLite — query databases directly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Brave Search — web search without API key setup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Puppeteer — browser automation, screenshots, scraping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Setting Up MCP (Live Demo)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Step 1: Install Node.js (required for npx)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Step 2: Edit config file (Claude Desktop or OpenClaw)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Step 3: Restart the application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Step 4: Test — ask Claude to read a file or search GitHub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Troubleshooting: check server logs, verify paths/tokens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OpenClaw: openclaw mcp add &lt;server-name&gt;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Building Your Own MCP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TypeScript SDK: @modelcontextprotocol/sdk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Python SDK: mcp (pip install mcp)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Define tools with schemas (like function calling)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Implement handlers for each tool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Run as stdio process or HTTP server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Publish to npm/PyPI for others to use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Simple MCP Server (Python)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from mcp.server import Server</a:t>
            </a:r>
            <a:br/>
            <a:r>
              <a:t>from mcp.types import Tool, TextContent</a:t>
            </a:r>
            <a:br/>
            <a:r>
              <a:t>import mcp.server.stdio</a:t>
            </a:r>
            <a:br/>
            <a:br/>
            <a:r>
              <a:t>server = Server("my-tools")</a:t>
            </a:r>
            <a:br/>
            <a:br/>
            <a:r>
              <a:t>@server.list_tools()</a:t>
            </a:r>
            <a:br/>
            <a:r>
              <a:t>async def list_tools():</a:t>
            </a:r>
            <a:br/>
            <a:r>
              <a:t>    return [Tool(</a:t>
            </a:r>
            <a:br/>
            <a:r>
              <a:t>        name="greet",</a:t>
            </a:r>
            <a:br/>
            <a:r>
              <a:t>        description="Generate a greeting",</a:t>
            </a:r>
            <a:br/>
            <a:r>
              <a:t>        inputSchema={</a:t>
            </a:r>
            <a:br/>
            <a:r>
              <a:t>            "type": "object",</a:t>
            </a:r>
            <a:br/>
            <a:r>
              <a:t>            "properties": {"name": {"type": "string"}},</a:t>
            </a:r>
            <a:br/>
            <a:r>
              <a:t>            "required": ["name"],</a:t>
            </a:r>
            <a:br/>
            <a:r>
              <a:t>        }</a:t>
            </a:r>
            <a:br/>
            <a:r>
              <a:t>    )]</a:t>
            </a:r>
            <a:br/>
            <a:br/>
            <a:r>
              <a:t>@server.call_tool()</a:t>
            </a:r>
            <a:br/>
            <a:r>
              <a:t>async def call_tool(name, arguments):</a:t>
            </a:r>
            <a:br/>
            <a:r>
              <a:t>    if name == "greet":</a:t>
            </a:r>
            <a:br/>
            <a:r>
              <a:t>        return [TextContent(</a:t>
            </a:r>
            <a:br/>
            <a:r>
              <a:t>            type="text",</a:t>
            </a:r>
            <a:br/>
            <a:r>
              <a:t>            text=f"Hello, {arguments['name']}!"</a:t>
            </a:r>
            <a:br/>
            <a:r>
              <a:t>        )]</a:t>
            </a:r>
            <a:br/>
            <a:br/>
            <a:r>
              <a:t>mcp.server.stdio.run(server)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2A4A"/>
                </a:solidFill>
              </a:defRPr>
            </a:pPr>
            <a:r>
              <a:t>Marketplaces — GPT Store &amp; ClawHub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GPT Store (OpenAI)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Custom GPTs published for others to use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No-code: instructions + knowledge files + actions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Revenue sharing for popular GPTs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Discovery via search &amp; categories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Limited to OpenAI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ClawHub (OpenClaw)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Skills &amp; MCP servers shared with community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Code-based — full developer control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Open ecosystem (not locked to one provider)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Install with: openclaw skill install &lt;name&gt;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Publish your own: openclaw skill publish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MCP vs Function Calling vs Plugins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Function calling: built into each API (provider-specific)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MCP: universal protocol, works across apps and providers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Plugins (deprecated): OpenAI's old approach, replaced by GPTs/Actions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MCP is the future — one integration, many clients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Function calling is still used inside MCP servers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Best practice: build MCP servers, use them everywhere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Hands-On: MCP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Exercise 1: Configure filesystem + GitHub MCP servers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Exercise 2: Ask Claude/OpenClaw to interact with your files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Exercise 3: Browse the community MCP server list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Exercise 4: (Bonus) Build a simple MCP server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Reference: modelcontextprotocol.io for docs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Tip: start with filesystem server — most immediately useful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Key Takeaways — Session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MCP = universal tool protocol (USB for AI)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One server → multiple clients (Claude, OpenClaw, VS Code)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Config is simple JSON — command + args + env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Build servers in Python or TypeScript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Marketplaces: GPT Store (no-code), ClawHub (developer)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 session: agentic AI &amp; frameworks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