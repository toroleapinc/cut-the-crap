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Today: Model Context Protocol, MCP servers, marketplaces.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is the most important infrastructure development in AI tooling.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architecture. Host → Client → Server → Tools/Resources.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all open-source. Community is building more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demo: add filesystem + GitHub MCP servers to Claude Desktop.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We'll build one in Session 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GPT Store. Browse popular GPTs. Create one live if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OpenClaw's advantage: model-agnostic marketplace.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min. Focus on getting MCP working end-to-end.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Session 4: MCP, Plugins &amp; Marketplaces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>
                <a:solidFill>
                  <a:srgbClr val="0096D6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657600"/>
            <a:ext cx="2743200" cy="508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MCP — The Universal Tool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What Is MCP?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Model Context Protocol — open standard by Anthropic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Universal way to connect AI models to tools &amp; data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Before MCP: every app reinvents tool integration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After MCP: write once, use everywhere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Think of it as USB-C for AI tools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Adopted by: Claude, OpenClaw, Cursor, VS Code, and more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MCP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Host: the AI application (Claude Desktop, OpenClaw, Cursor)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Client: manages connection to MCP servers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Server: exposes tools, resources, and prompts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Transport: stdio (local) or SSE/HTTP (remote)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Tools: functions the model can call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Resources: data the model can read (files, DB records)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Popular MCP Servers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Filesystem: read/write/search local files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GitHub: repos, issues, PRs, code search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Slack: channels, messages, search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PostgreSQL / SQLite: query databases directly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Brave Search: web search from any MCP host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Puppeteer: browser automation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MCP Server Configuration (Claude Desktop)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sz="1600">
                <a:solidFill>
                  <a:srgbClr val="A6E22E"/>
                </a:solidFill>
                <a:latin typeface="Consolas"/>
              </a:defRPr>
            </a:pPr>
            <a:r>
              <a:t>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"mcpServers":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"filesystem":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"command": "npx",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"args": [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"-y",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"@modelcontextprotocol/server-filesystem",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"/Users/you/projects"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]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},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"github":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"command": "npx",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"args": ["-y", "@modelcontextprotocol/server-github"],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"env": {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  "GITHUB_TOKEN": "ghp_..."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  }</a:t>
            </a:r>
          </a:p>
          <a:p>
            <a:pPr>
              <a:defRPr sz="1600">
                <a:solidFill>
                  <a:srgbClr val="A6E22E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Building Your Own MCP Server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Python SDK: pip install mcp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TypeScript SDK: npm install @modelcontextprotocol/sdk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Define tools with input schemas (just like function calling)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Define resources for data access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Expose via stdio or HTTP+SSE transport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Test with MCP Inspector tool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5603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Marketplaces &amp; Ecosystem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3931920"/>
            <a:ext cx="18288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GPT Store &amp; Custom GPTs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OpenAI GPT Store: discover &amp; share custom GPTs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Custom GPTs: instructions + knowledge files + actions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Actions = OpenAPI spec → GPT calls external APIs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Revenue sharing for popular GPTs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Limitations: OpenAI-only, limited customization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Good for non-developers, quick prototypes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ClawHub — OpenClaw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ClawHub: community marketplace for OpenClaw skills &amp; agents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Skills: modular tool packages (MCP-based)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Agents: full agent configurations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Install with one click from ClawHub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Publish your own skills for the community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Cross-model: works with OpenAI, Anthropic, Google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Hands-On: Connect MCP to Your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Goal: set up 2-3 MCP servers in Claude Desktop or OpenClaw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Connect filesystem + GitHub servers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Test: ask Claude to read a file, search a repo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Try: add a database MCP server (SQLite)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Explore ClawHub for pre-built skills</a:t>
            </a:r>
          </a:p>
          <a:p>
            <a:pPr>
              <a:spcAft>
                <a:spcPts val="1000"/>
              </a:spcAft>
              <a:defRPr sz="2200">
                <a:solidFill>
                  <a:srgbClr val="222222"/>
                </a:solidFill>
              </a:defRPr>
            </a:pPr>
            <a:r>
              <a:t>Stretch: start building a custom MCP server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Session 4 Complete</a:t>
            </a:r>
          </a:p>
          <a:p>
            <a:pPr algn="ctr">
              <a:defRPr sz="2200">
                <a:solidFill>
                  <a:srgbClr val="0096D6"/>
                </a:solidFill>
              </a:defRPr>
            </a:pPr>
            <a:r>
              <a:t>Next: Agentic AI &amp; Frameworks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