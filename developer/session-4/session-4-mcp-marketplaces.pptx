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is USB-C for AI tools. Build the GitHub integration once, it works everywhere. GPT-5.2 added native MCP support in Dec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Host is your app. MCP Clients connect to Servers. Each server is just a process speaking JSON-RPC.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ecosystem is huge — hundreds of community servers. If one doesn't exist for your tool, building one is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JSON config file, add servers, restart. Works in Claude Desktop, Claude Code, VS Code, Cursor. Claude Code is the fastest MCP workflow for devs.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lines of real code. Server class, decorate list_tools and call_tool. Wrap any internal API as an MCP server in under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are used 90% of the time. Resources and Prompts round out the protocol. Marketplace space is still consolidating.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gives AI real power. Principle of least privilege. Most MCP clients show you what the AI wants to do before executing — pay attention to those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SESSION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MCP, Plugins &amp; 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AACC"/>
                </a:solidFill>
              </a:defRPr>
            </a:pPr>
            <a:r>
              <a:t>Cut the Crap — AI Engineer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MCP — the universal tool protocol (USB-C for AI)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MCP servers: filesystem, GitHub, Slack, databases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Live setup: Claude Desktop, VS Code, OpenClaw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Marketplaces: GPT Store, ClawHub, community MCP</a:t>
            </a:r>
          </a:p>
          <a:p>
            <a:pPr>
              <a:spcAft>
                <a:spcPts val="600"/>
              </a:spcAft>
              <a:defRPr sz="1600">
                <a:solidFill>
                  <a:srgbClr val="CCDDEE"/>
                </a:solidFill>
              </a:defRPr>
            </a:pPr>
            <a:r>
              <a:t>▸ Hands-on: connect &amp; build MCP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The Problem MCP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Before MCP: N models × M tools = N×M custom integrations 😱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After MCP: N + M integrations — each tool works with every model 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Open standard from Anthropic, adopted across the industry (incl. GPT-5.2)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MCP Server exposes: Tools (functions), Resources (data), Prompts (templates)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Transport: stdio (local process, most common) or SSE (remote over HTTP)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MCP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Host = your app (Claude Desktop, OpenClaw, VS Code, Cursor, Claude Code)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Client = connector inside the host, one per server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Server = process that exposes tools via JSON-RPC over stdio/SSE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Host spawns servers as child processes, communicates via stdin/stdout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Claude Code (Anthropic's CLI) is the best MCP host for developers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Popular MCP Servers (2026 Ecosystem)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Code: filesystem (read/write files), git (clone/diff/commit), github (issues/PRs/actions)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Data: postgres, sqlite, elasticsearch — AI queries your databases directly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Comms: slack (channels/messages), gmail (read/send), notion (pages/databases)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Web: brave-search, puppeteer (browser automation), fetch (HTTP requests)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Dev: docker (containers), aws (cloud services), npm (package info)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MCP Setup — Claude Desktop &amp; Claude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// Claude Desktop: ~/Library/Application Support/Claude/claude_desktop_config.json</a:t>
            </a:r>
            <a:br/>
            <a:r>
              <a:t>{</a:t>
            </a:r>
            <a:br/>
            <a:r>
              <a:t>  "mcpServers": {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["-y", "@modelcontextprotocol/server-filesystem", "/Users/you/projects"]</a:t>
            </a:r>
            <a:br/>
            <a:r>
              <a:t>    },</a:t>
            </a:r>
            <a:br/>
            <a:r>
              <a:t>    "github": {</a:t>
            </a:r>
            <a:br/>
            <a:r>
              <a:t>      "command": "npx",</a:t>
            </a:r>
            <a:br/>
            <a:r>
              <a:t>      "args": ["-y", "@modelcontextprotocol/server-github"],</a:t>
            </a:r>
            <a:br/>
            <a:r>
              <a:t>      "env": { "GITHUB_PERSONAL_ACCESS_TOKEN": "ghp_..." }</a:t>
            </a:r>
            <a:br/>
            <a:r>
              <a:t>    },</a:t>
            </a:r>
            <a:br/>
            <a:r>
              <a:t>    "postgres": {</a:t>
            </a:r>
            <a:br/>
            <a:r>
              <a:t>      "command": "npx",</a:t>
            </a:r>
            <a:br/>
            <a:r>
              <a:t>      "args": ["-y", "@modelcontextprotocol/server-postgres",</a:t>
            </a:r>
            <a:br/>
            <a:r>
              <a:t>               "postgresql://user:pass@localhost:5432/mydb"]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br/>
            <a:r>
              <a:t>// Claude Code CLI: project-level .mcp.json</a:t>
            </a:r>
            <a:br/>
            <a:r>
              <a:t>// VS Code: .vscode/mcp.json — same format, ${workspaceFolder} variables</a:t>
            </a:r>
            <a:br/>
            <a:r>
              <a:t>// Restart after editing. Look for 🔌 icon — tools appear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Building a Custom MCP Server (~40 lines)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from mcp.server import Server</a:t>
            </a:r>
            <a:br/>
            <a:r>
              <a:t>from mcp.server.stdio import stdio_server</a:t>
            </a:r>
            <a:br/>
            <a:r>
              <a:t>from mcp.types import Tool, TextContent</a:t>
            </a:r>
            <a:br/>
            <a:br/>
            <a:r>
              <a:t>server = Server("my-tools")</a:t>
            </a:r>
            <a:br/>
            <a:br/>
            <a:r>
              <a:t>@server.list_tools()</a:t>
            </a:r>
            <a:br/>
            <a:r>
              <a:t>async def list_tools():</a:t>
            </a:r>
            <a:br/>
            <a:r>
              <a:t>    return [</a:t>
            </a:r>
            <a:br/>
            <a:r>
              <a:t>        Tool(name="word_count",</a:t>
            </a:r>
            <a:br/>
            <a:r>
              <a:t>             description="Count words in text",</a:t>
            </a:r>
            <a:br/>
            <a:r>
              <a:t>             inputSchema={"type":"object",</a:t>
            </a:r>
            <a:br/>
            <a:r>
              <a:t>                 "properties":{"text":{"type":"string"}},</a:t>
            </a:r>
            <a:br/>
            <a:r>
              <a:t>                 "required":["text"]}),</a:t>
            </a:r>
            <a:br/>
            <a:r>
              <a:t>        Tool(name="reverse_string",</a:t>
            </a:r>
            <a:br/>
            <a:r>
              <a:t>             description="Reverse a string",</a:t>
            </a:r>
            <a:br/>
            <a:r>
              <a:t>             inputSchema={"type":"object",</a:t>
            </a:r>
            <a:br/>
            <a:r>
              <a:t>                 "properties":{"text":{"type":"string"}},</a:t>
            </a:r>
            <a:br/>
            <a:r>
              <a:t>                 "required":["text"]}),</a:t>
            </a:r>
            <a:br/>
            <a:r>
              <a:t>    ]</a:t>
            </a:r>
            <a:br/>
            <a:br/>
            <a:r>
              <a:t>@server.call_tool()</a:t>
            </a:r>
            <a:br/>
            <a:r>
              <a:t>async def call_tool(name: str, arguments: dict):</a:t>
            </a:r>
            <a:br/>
            <a:r>
              <a:t>    if name == "word_count":</a:t>
            </a:r>
            <a:br/>
            <a:r>
              <a:t>        return [TextContent(type="text", text=f"{len(arguments['text'].split())} words")]</a:t>
            </a:r>
            <a:br/>
            <a:r>
              <a:t>    elif name == "reverse_string":</a:t>
            </a:r>
            <a:br/>
            <a:r>
              <a:t>        return [TextContent(type="text", text=arguments["text"][::-1])]</a:t>
            </a:r>
            <a:br/>
            <a:br/>
            <a:r>
              <a:t>async def main():</a:t>
            </a:r>
            <a:br/>
            <a:r>
              <a:t>    async with stdio_server() as (read, write):</a:t>
            </a:r>
            <a:br/>
            <a:r>
              <a:t>        await server.run(read, write, server.create_initialization_options())</a:t>
            </a:r>
            <a:br/>
            <a:br/>
            <a:r>
              <a:t># pip install mcp</a:t>
            </a:r>
            <a:br/>
            <a:r>
              <a:t># Register: "my-tools": {"command":"python","args":["my_mcp_server.py"]}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MCP Resources, Prompts &amp; 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Resources: data the AI can read (config, DB records) — browse and read on demand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Prompts: reusable templates (code-review, summarize) — saved recipes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GPT Store (OpenAI) — largest marketplace, Custom GPTs, quality varies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ClawHub (OpenClaw) — code-based skills, MCP integration, growing ecosystem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Smithery.ai — MCP server directory, one-click install for supported hosts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MCP Security — Think Before You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Filesystem server CAN write/delete files — use read-only mode when possible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Database servers: use read-only DB users, never connect production without safeguards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GitHub/Slack/Email: use minimum-permission tokens — AI can merge PRs, send messages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Principle of least privilege, audit tool calls, sandbox first, log everything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❌ Don't give AI production access without approval 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Hands-On: Connect &amp; Build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Part 1 (10 min): Add filesystem + GitHub MCP servers to Claude Desktop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Part 2 (20 min): Build your own MCP server with 2-3 custom tools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Bonus: Set up Postgres MCP server, query your DB in natural language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📝 Starter template: session-4/code/my_mcp_server.py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Session 4 Recap — First Half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MCP = universal tool protocol — GPT-5.2, Claude, Gemini all support it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Architecture: Host → Client → Server (stdio/SSE)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Building servers: ~40 lines with Python SDK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Ecosystem: 100s of servers — filesystem, GitHub, Slack, DBs, and more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✅ Security: least privilege, audit, sandbox first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Sessions 5-8: Agents → RAG → Evals →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