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Today: agents, frameworks, multi-agent, coding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= LLM + tools + loop. That's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pattern. Every framework implements this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single best framework. Match to your use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OpenAI Agents SDK: simplest way to build an agent with OpenAI.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LangGraph: graph-based agent. More control over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Multi-agent is powerful but complex. Start with single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Memory turns a tool into a colleague.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Claude Code if available. Show real coding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min. This brings together everything from Sessions 1-4.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Session 5: Agentic AI &amp; Frameworks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>
                <a:solidFill>
                  <a:srgbClr val="0096D6"/>
                </a:solidFill>
              </a:defRPr>
            </a:pPr>
            <a:r>
              <a:t>Cut the Crap — AI Engineer Edition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657600"/>
            <a:ext cx="2743200" cy="508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What Is an Agent?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From Chat to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Chat: one question → one answer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Agent: goal → plan → act → observe → repeat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The ReAct loop: Reason + Act iteratively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Agent decides WHICH tools to use and WHEN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Agent decides WHEN it's done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Key: autonomy + tool use + memory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ReAct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1. Receive task/goal from user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2. THINK: analyze what needs to be done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3. ACT: call a tool (search, compute, API, etc.)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4. OBSERVE: process the tool's result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5. Repeat steps 2-4 until task is complete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6. Return final answer to user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Agent Frameworks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Framework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698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54864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Framework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</a:defRPr>
                      </a:pPr>
                      <a:r>
                        <a:t>Complexity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LangChain/LangGraph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Complex workflows, graphs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OpenAI Agents SDK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OpenAI-native agents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CrewAI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Multi-agent teams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Pydantic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Type-safe agents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Low-Medium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AutoGen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Multi-agent conversations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Anthropic tool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Simple, direct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222222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Simple Agent with OpenAI Agents SDK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>
                <a:solidFill>
                  <a:srgbClr val="A6E22E"/>
                </a:solidFill>
                <a:latin typeface="Consolas"/>
              </a:defRPr>
            </a:pPr>
            <a:r>
              <a:t>from openai import agents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weather_tool = agents.Tool(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name="get_weather",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description="Get weather for a city",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fn=get_weather_function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agent = agents.Agent(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model="gpt-4.1",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instructions="You help with weather queries.",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tools=[weather_tool]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result = agent.run("What's the weather in Toronto?")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print(result.output)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LangGraph Agent (Simplified)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>
                <a:solidFill>
                  <a:srgbClr val="A6E22E"/>
                </a:solidFill>
                <a:latin typeface="Consolas"/>
              </a:defRPr>
            </a:pPr>
            <a:r>
              <a:t>from langgraph.prebuilt import create_react_agent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from langchain_openai import ChatOpenAI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from langchain_core.tools import tool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@tool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def search(query: str) -&gt; str: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"""Search the web."""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return brave_search(query)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llm = ChatOpenAI(model="gpt-4.1")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agent = create_react_agent(llm, [search])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result = agent.invoke({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"messages": [("user", "Latest AI news?")]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})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Multi-Agent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Multiple specialized agents working together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Patterns: supervisor, peer-to-peer, hierarchical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Example: researcher agent + writer agent + reviewer agent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CrewAI: define roles, goals, backstories for each agent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LangGraph: explicit graph of agent handoffs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Challenge: coordination, context sharing, cost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Agent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Short-term: conversation history (messages array)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Long-term: persistent storage across sessions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Options: vector DB, file system, database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Working memory: scratchpad for current task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Memory is what makes agents truly useful over time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OpenClaw: built-in memory system for agents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Agentic Coding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Coding Agents Compared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GPT-5.2-Codex: OpenAI's coding agent (cloud sandbox)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Claude Code: terminal-based, primarily OAuth, also API key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Cursor: IDE with AI built in (fork of VS Code)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GitHub Copilot: inline suggestions + chat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All use tool use under the hood (file read/write/run)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Best practice: use for boilerplate, review everything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Hands-On: Build a Multi-Step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Goal: agent that can search + read files + summarize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Use LangGraph's create_react_agent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Define 2-3 tools with proper schemas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Add conversation memory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Test with multi-step tasks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File: langgraph_agent.py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Session 5 Complete</a:t>
            </a:r>
          </a:p>
          <a:p>
            <a:pPr algn="ctr">
              <a:defRPr sz="2200">
                <a:solidFill>
                  <a:srgbClr val="0096D6"/>
                </a:solidFill>
              </a:defRPr>
            </a:pPr>
            <a:r>
              <a:t>Next: RAG &amp;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