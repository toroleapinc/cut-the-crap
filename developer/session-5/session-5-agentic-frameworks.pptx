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to Session 5. ReAct loop, LangGraph, CrewAI, multi-agent, and agentic coding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Agents are the biggest shift in how we use LLMs. The model becomes a decision-maker, not just a responder.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ReAct is the foundational agent pattern. Draw the loop diagram on the whiteboard.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Framework landscape. LangGraph is the most mature. OpenAI SDK is simplest. CrewAI is great for multi-agent.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LangGraph is the recommended framework for complex agents. Graph abstraction is powerful.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LangGraph agent definition. State is a TypedDict. Nodes are functions. Conditional edges route the 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Compile the graph and invoke it. The agent loops between reasoning and tool use until it decides to stop.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Multi-agent is powerful but complex. Start with single agents, add more only when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Memory is often over-engineered. Start simple. Add long-term only when you have a real need.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are production-quality. Codex is async/cloud. Claude Code is interactive/local. Cursor and Copilot also popular.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Brief mention of Cursor and Copilot. Detailed comparison in Session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Hands-on. Students run the LangGraph agent, observe the ReAct loop in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Recap. Agents are the future but start simple.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Agentic AI &amp; Frameworks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9184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>
                <a:solidFill>
                  <a:srgbClr val="0096D6"/>
                </a:solidFill>
              </a:defRPr>
            </a:pPr>
            <a:r>
              <a:t>ReAct loop, LangGraph, CrewAI, multi-agent, and agentic coding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103628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8899BB"/>
                </a:solidFill>
              </a:defRPr>
            </a:pPr>
            <a:r>
              <a:t>Session 5 of 8  •  Cut the Crap — AI Engineer Edition  •  February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</a:defRPr>
            </a:pPr>
            <a:r>
              <a:t>What Is an AI Agent?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An LLM that can reason, plan, and take actions in a loop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More than chat: observe → think → act → observe → ...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Uses tools to interact with the real world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Can handle multi-step tasks autonomously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Key difference from tool use: the model decides the workflow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Examples: research agents, coding agents, data analysis agents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</a:defRPr>
            </a:pPr>
            <a:r>
              <a:t>The ReAct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ReAct = Reasoning + Acting (Yao et al., 2023)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1. Thought: model reasons about what to do next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2. Action: model calls a tool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3. Observation: tool returns results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4. Repeat until task is complete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This is what every agent framework implements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B2A4A"/>
                </a:solidFill>
              </a:defRPr>
            </a:pPr>
            <a:r>
              <a:t>Agent Frameworks — February 2026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280160"/>
          <a:ext cx="10728652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Framework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Best For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Language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Key Feature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LangGraph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Complex stateful agents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Python/JS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Graph-based workflow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OpenAI Agents SDK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Simple OpenAI agents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Python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Built-in tool loop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CrewAI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Multi-agent teams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Role-based agents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Anthropic Tool Use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Claude-native agents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Python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Direct tool loop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AutoGen (Microsoft)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Conversational agents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Agent chat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Pydantic AI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Type-safe agents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Python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Pydantic integration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</a:defRPr>
            </a:pPr>
            <a:r>
              <a:t>LangGraph — Graph-Based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Model agents as directed graphs: nodes = steps, edges = flow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StateGraph: define state shape, add nodes and edges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Conditional edges: route based on state (e.g., tool calls → tools)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Built-in persistence, streaming, and human-in-the-loop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Integrates with LangChain tools and retrievers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Production-ready with LangGraph Cloud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LangGraph Agent — State &amp; Nodes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188720"/>
            <a:ext cx="10728655" cy="521208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66666"/>
                </a:solidFill>
              </a:defRPr>
            </a:pPr>
            <a:r>
              <a:t>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333333"/>
                </a:solidFill>
                <a:latin typeface="Consolas"/>
              </a:defRPr>
            </a:pPr>
            <a:r>
              <a:t>from langgraph.graph import StateGraph, START, END</a:t>
            </a:r>
            <a:br/>
            <a:r>
              <a:t>from langgraph.prebuilt import ToolNode</a:t>
            </a:r>
            <a:br/>
            <a:r>
              <a:t>from typing import Annotated, TypedDict</a:t>
            </a:r>
            <a:br/>
            <a:r>
              <a:t>from langgraph.graph.message import add_messages</a:t>
            </a:r>
            <a:br/>
            <a:br/>
            <a:r>
              <a:t>class AgentState(TypedDict):</a:t>
            </a:r>
            <a:br/>
            <a:r>
              <a:t>    messages: Annotated[list, add_messages]</a:t>
            </a:r>
            <a:br/>
            <a:r>
              <a:t>    research_count: int</a:t>
            </a:r>
            <a:br/>
            <a:br/>
            <a:r>
              <a:t>def agent_node(state):</a:t>
            </a:r>
            <a:br/>
            <a:r>
              <a:t>    response = llm_with_tools.invoke(state["messages"])</a:t>
            </a:r>
            <a:br/>
            <a:r>
              <a:t>    return {"messages": [response]}</a:t>
            </a:r>
            <a:br/>
            <a:br/>
            <a:r>
              <a:t>def should_continue(state):</a:t>
            </a:r>
            <a:br/>
            <a:r>
              <a:t>    last = state["messages"][-1]</a:t>
            </a:r>
            <a:br/>
            <a:r>
              <a:t>    if hasattr(last, "tool_calls") and last.tool_calls:</a:t>
            </a:r>
            <a:br/>
            <a:r>
              <a:t>        return "tools"</a:t>
            </a:r>
            <a:br/>
            <a:r>
              <a:t>    return END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LangGraph Agent — Building the Graph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188720"/>
            <a:ext cx="10728655" cy="521208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66666"/>
                </a:solidFill>
              </a:defRPr>
            </a:pPr>
            <a:r>
              <a:t>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333333"/>
                </a:solidFill>
                <a:latin typeface="Consolas"/>
              </a:defRPr>
            </a:pPr>
            <a:r>
              <a:t>graph = StateGraph(AgentState)</a:t>
            </a:r>
            <a:br/>
            <a:r>
              <a:t>graph.add_node("agent", agent_node)</a:t>
            </a:r>
            <a:br/>
            <a:r>
              <a:t>graph.add_node("tools", ToolNode([search_web, write_report]))</a:t>
            </a:r>
            <a:br/>
            <a:br/>
            <a:r>
              <a:t>graph.add_edge(START, "agent")</a:t>
            </a:r>
            <a:br/>
            <a:r>
              <a:t>graph.add_conditional_edges("agent", should_continue, ["tools", END])</a:t>
            </a:r>
            <a:br/>
            <a:r>
              <a:t>graph.add_edge("tools", "agent")</a:t>
            </a:r>
            <a:br/>
            <a:br/>
            <a:r>
              <a:t>agent = graph.compile()</a:t>
            </a:r>
            <a:br/>
            <a:br/>
            <a:r>
              <a:t># Run it</a:t>
            </a:r>
            <a:br/>
            <a:r>
              <a:t>result = agent.invoke({</a:t>
            </a:r>
            <a:br/>
            <a:r>
              <a:t>    "messages": [HumanMessage("Research AI regulations")],</a:t>
            </a:r>
            <a:br/>
            <a:r>
              <a:t>    "research_count": 0,</a:t>
            </a:r>
            <a:br/>
            <a:r>
              <a:t>})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</a:defRPr>
            </a:pPr>
            <a:r>
              <a:t>Multi-Agent Orchestration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Multiple specialized agents collaborating on a task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Patterns: supervisor (one routes to others), pipeline, debate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CrewAI: define agents with roles, goals, and backstories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LangGraph: use sub-graphs for each agent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Example: researcher → analyst → writer → editor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Challenge: coordination, context sharing, error handling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</a:defRPr>
            </a:pPr>
            <a:r>
              <a:t>Agent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Short-term: conversation history (messages array)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Working memory: scratchpad / state within the graph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Long-term: vector DB or structured storage across sessions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LangGraph: built-in checkpointing and state persistence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Challenge: what to remember vs. what to forget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Practical: most apps only need short-term + simple key-value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B2A4A"/>
                </a:solidFill>
              </a:defRPr>
            </a:pPr>
            <a:r>
              <a:t>Agentic Coding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96D6"/>
                </a:solidFill>
              </a:defRPr>
            </a:pPr>
            <a:r>
              <a:t>GPT-5.2-Codex (OpenAI)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Cloud-based coding agent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Runs in sandboxed environment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Best for: bulk refactors, test writing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Async — submit task, get results later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Integrated into ChatGPT &amp; 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96D6"/>
                </a:solidFill>
              </a:defRPr>
            </a:pPr>
            <a:r>
              <a:t>Claude Code (Anthropic)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Terminal-based coding assistant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Runs locally on your machine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Best: real-time pair programming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Interactive — works with you live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Uses OAuth (existing subscription)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</a:defRPr>
            </a:pPr>
            <a:r>
              <a:t>Agentic Coding — Cursor &amp; Copilot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Cursor: AI-first code editor (VS Code fork)</a:t>
            </a:r>
          </a:p>
          <a:p>
            <a:pPr lvl="1">
              <a:spcBef>
                <a:spcPts val="400"/>
              </a:spcBef>
              <a:spcAft>
                <a:spcPts val="800"/>
              </a:spcAft>
              <a:defRPr sz="1800">
                <a:solidFill>
                  <a:srgbClr val="666666"/>
                </a:solidFill>
              </a:defRPr>
            </a:pPr>
            <a:r>
              <a:t>Tab completion, inline chat, multi-file edits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GitHub Copilot: AI pair programmer in VS Code/JetBrains</a:t>
            </a:r>
          </a:p>
          <a:p>
            <a:pPr lvl="1">
              <a:spcBef>
                <a:spcPts val="400"/>
              </a:spcBef>
              <a:spcAft>
                <a:spcPts val="800"/>
              </a:spcAft>
              <a:defRPr sz="1800">
                <a:solidFill>
                  <a:srgbClr val="666666"/>
                </a:solidFill>
              </a:defRPr>
            </a:pPr>
            <a:r>
              <a:t>Copilot Chat, code suggestions, PR summaries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Both use tool use under the hood (file read/write/search)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Comparison deep-dive in Session 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</a:defRPr>
            </a:pPr>
            <a:r>
              <a:t>Hands-On: LangGraph Research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langgraph_agent.py — multi-step research agent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Tools: search_web, write_report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Agent decides: search → analyze → search more? → write report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Tracks research iterations (max 3 searches)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Exercise: run it, inspect the message trace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Bonus: add a new tool (e.g., save_to_file)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</a:defRPr>
            </a:pPr>
            <a:r>
              <a:t>Key Takeaways — Session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Agents = LLMs that reason + act in a loop (ReAct)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LangGraph for complex agents, OpenAI SDK for simple ones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Multi-agent: powerful but add complexity only when needed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Memory: start with short-term, add long-term as needed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Agentic coding: Codex (async), Claude Code (interactive)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Next session: RAG &amp; data retrieval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