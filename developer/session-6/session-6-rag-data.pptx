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Session 6. Embeddings, vector databases, retrieval-augmented generation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is the most important production pattern. Most real-world AI apps use some form of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step. This is the core architecture. Draw it on the whiteboard.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Embeddings are the core of semantic search. Explain cosine similarity intuitively.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Simple embedding call. The key insight: semantically similar text produces similar vectors.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ChromaDB for learning and prototyping. Pinecone for production. pgvector if you already use Postgres.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ChromaDB is the easiest vector DB to start with. No server needed. Show the full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generation step. Key: system prompt tells the model to ONLY use provided context and cite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isn't always the answer. If your data fits in the context window, just use long context. It's simpler and often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Chunking is the most under-appreciated part of RAG. Bad chunking = bad retrieval = bad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 windows are getting huge. For many use cases, you might not need RAG at all — just stuff the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Fine-tuning is usually unnecessary. RAG + good prompting covers 90% of use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Hands-on. Students run the RAG pipeline and experiment with their own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RAG is essential but don't over-engineer — sometimes long context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RAG &amp;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96D6"/>
                </a:solidFill>
              </a:defRPr>
            </a:pPr>
            <a:r>
              <a:t>Embeddings, vector databases, retrieval-augmented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8899BB"/>
                </a:solidFill>
              </a:defRPr>
            </a:pPr>
            <a:r>
              <a:t>Session 6 of 8  •  Cut the Crap — AI Engineer Edition  • 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Why RAG?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LLMs have training cutoffs — they don't know YOUR data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RAG: retrieve relevant docs → inject into prompt → generate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Gives the model accurate, up-to-date, domain-specific info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No model retraining needed — just update your documents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Most common production AI pattern (80%+ of enterprise apps)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Alternative to fine-tuning for domain knowledge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The RAG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1. Ingest: load documents (PDF, MD, HTML, DB records)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2. Chunk: split into smaller pieces (300-500 tokens typical)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3. Embed: convert chunks to vectors (text-embedding-3-small)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4. Store: save vectors in a vector database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5. Query: embed the question, find similar chunks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6. Generate: pass retrieved chunks + question to LLM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Embeddings — Converting Text to Vectors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Embedding: text → dense vector (list of floats)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Similar meanings → similar vectors (cosine similarity)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text-embedding-3-small: 1536 dims, $0.02/1M tokens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text-embedding-3-large: 3072 dims, better quality, higher cost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Also: Cohere Embed, Voyage AI, open-source (BGE, E5)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Key: use the SAME embedding model for documents and queries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Generating Embeddings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from openai import OpenAI</a:t>
            </a:r>
            <a:br/>
            <a:r>
              <a:t>client = OpenAI()</a:t>
            </a:r>
            <a:br/>
            <a:br/>
            <a:r>
              <a:t>def embed_text(text: str) -&gt; list[float]:</a:t>
            </a:r>
            <a:br/>
            <a:r>
              <a:t>    response = client.embeddings.create(</a:t>
            </a:r>
            <a:br/>
            <a:r>
              <a:t>        model="text-embedding-3-small",</a:t>
            </a:r>
            <a:br/>
            <a:r>
              <a:t>        input=text,</a:t>
            </a:r>
            <a:br/>
            <a:r>
              <a:t>    )</a:t>
            </a:r>
            <a:br/>
            <a:r>
              <a:t>    return response.data[0].embedding</a:t>
            </a:r>
            <a:br/>
            <a:br/>
            <a:r>
              <a:t># Embed a document chunk</a:t>
            </a:r>
            <a:br/>
            <a:r>
              <a:t>doc_vector = embed_text("Employees get 20 days PTO per year")</a:t>
            </a:r>
            <a:br/>
            <a:r>
              <a:t># Embed a query</a:t>
            </a:r>
            <a:br/>
            <a:r>
              <a:t>query_vector = embed_text("How much vacation do I get?")</a:t>
            </a:r>
            <a:br/>
            <a:r>
              <a:t># These vectors will be very similar (high cosine similarity)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2A4A"/>
                </a:solidFill>
              </a:defRPr>
            </a:pPr>
            <a:r>
              <a:t>Vector Database Options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7286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Pricing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ChromaDB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Embedded / local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Prototyping, small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 (open source)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Pinecone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Managed cloud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Production, zero-ops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$0.33/hr+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pgvector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Postgres 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Existing Postgres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 (ext)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Weaviate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Self-hosted / cloud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Multi-modal search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 / managed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Qdrant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Self-hosted / cloud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High performance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 / managed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ChromaDB — Store &amp; Query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import chromadb</a:t>
            </a:r>
            <a:br/>
            <a:r>
              <a:t>chroma = chromadb.Client()  # In-memory for demo</a:t>
            </a:r>
            <a:br/>
            <a:br/>
            <a:r>
              <a:t>collection = chroma.create_collection("docs",</a:t>
            </a:r>
            <a:br/>
            <a:r>
              <a:t>    metadata={"hnsw:space": "cosine"})</a:t>
            </a:r>
            <a:br/>
            <a:br/>
            <a:r>
              <a:t># Store chunks with embeddings</a:t>
            </a:r>
            <a:br/>
            <a:r>
              <a:t>collection.add(</a:t>
            </a:r>
            <a:br/>
            <a:r>
              <a:t>    ids=["chunk_1", "chunk_2"],</a:t>
            </a:r>
            <a:br/>
            <a:r>
              <a:t>    embeddings=[embed_text(chunk1), embed_text(chunk2)],</a:t>
            </a:r>
            <a:br/>
            <a:r>
              <a:t>    documents=[chunk1, chunk2],</a:t>
            </a:r>
            <a:br/>
            <a:r>
              <a:t>    metadatas=[{"source": "handbook.md"}, {"source": "faq.md"}],</a:t>
            </a:r>
            <a:br/>
            <a:r>
              <a:t>)</a:t>
            </a:r>
            <a:br/>
            <a:br/>
            <a:r>
              <a:t># Query</a:t>
            </a:r>
            <a:br/>
            <a:r>
              <a:t>results = collection.query(</a:t>
            </a:r>
            <a:br/>
            <a:r>
              <a:t>    query_embeddings=[embed_text("vacation policy")],</a:t>
            </a:r>
            <a:br/>
            <a:r>
              <a:t>    n_results=3,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RAG Generation — Putting It Together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def generate_answer(query, context_chunks):</a:t>
            </a:r>
            <a:br/>
            <a:r>
              <a:t>    context = "\n\n".join(</a:t>
            </a:r>
            <a:br/>
            <a:r>
              <a:t>        f"[Source: {c['source']}]\n{c['text']}"</a:t>
            </a:r>
            <a:br/>
            <a:r>
              <a:t>        for c in context_chunks</a:t>
            </a:r>
            <a:br/>
            <a:r>
              <a:t>    )</a:t>
            </a:r>
            <a:br/>
            <a:r>
              <a:t>    response = client.chat.completions.create(</a:t>
            </a:r>
            <a:br/>
            <a:r>
              <a:t>        model="gpt-4.1",</a:t>
            </a:r>
            <a:br/>
            <a:r>
              <a:t>        messages=[</a:t>
            </a:r>
            <a:br/>
            <a:r>
              <a:t>            {"role": "system", "content":</a:t>
            </a:r>
            <a:br/>
            <a:r>
              <a:t>             "Answer based ONLY on the provided context. "</a:t>
            </a:r>
            <a:br/>
            <a:r>
              <a:t>             "Cite sources. If unsure, say so."},</a:t>
            </a:r>
            <a:br/>
            <a:r>
              <a:t>            {"role": "user", "content":</a:t>
            </a:r>
            <a:br/>
            <a:r>
              <a:t>             f"Context:\n{context}\n\nQuestion: {query}"},</a:t>
            </a:r>
            <a:br/>
            <a:r>
              <a:t>        ],</a:t>
            </a:r>
            <a:br/>
            <a:r>
              <a:t>        temperature=0,</a:t>
            </a:r>
            <a:br/>
            <a:r>
              <a:t>    )</a:t>
            </a:r>
            <a:br/>
            <a:r>
              <a:t>    return response.choices[0].message.content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2A4A"/>
                </a:solidFill>
              </a:defRPr>
            </a:pPr>
            <a:r>
              <a:t>RAG vs Long Context vs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D6"/>
                </a:solidFill>
              </a:defRPr>
            </a:pPr>
            <a:r>
              <a:t>When to Use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Large document collections (&gt;200K tokens total)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Frequently updated data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Need source citations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Multiple users with different doc access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Cost-sensitive (only retrieve what's needed)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D6"/>
                </a:solidFill>
              </a:defRPr>
            </a:pPr>
            <a:r>
              <a:t>When NOT to Use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Small corpus that fits in context window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  → Just pass it all in (200K+ token windows)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Need to change model behavior/style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  → Fine-tuning is better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Real-time data needs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  → Use tool calls to live APIs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Chunking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Recursive text splitting: split on \n\n, then \n, then sentences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Chunk size: 300-500 tokens typical, with 50-100 token overlap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Semantic chunking: split at topic boundaries (more complex)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Document-aware: respect headings, code blocks, tables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Too small → loses context; too large → dilutes relevance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Experiment: chunk size has huge impact on retrieval quality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Context Window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GPT-4.1: 1M token context, 32K output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Sonnet 4.6: 200K context, 8K output (common default)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Gemini 2.5 Pro: 1M+ context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Strategy: use large context for small corpora, RAG for large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Sliding window: keep recent + summarize old messages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Token counting: tiktoken (OpenAI), anthropic token counting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Fine-Tuning (Brief Overview)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Fine-tuning: train the model on your specific data/style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OpenAI: fine-tune GPT-4.1 with your JSONL training data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LoRA: parameter-efficient fine-tuning for open models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Best for: consistent style, specialized vocabulary, behavior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NOT for: injecting facts (use RAG), general knowledge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Start with prompting → RAG → fine-tune (last resort)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Hands-On: RAG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rag_pipeline.py — document Q&amp;A with ChromaDB + GPT-4.1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Sample docs: employee handbook, product FAQ, engineering standards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Chunks → embeds → stores → retrieves → generates with citations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Debug mode: see which chunks were retrieved and similarity scores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Exercise: add your own documents, experiment with chunk sizes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Try questions that span multiple documents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Key Takeaways — Session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RAG = retrieve → augment → generate (most common AI pattern)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Embeddings: text-embedding-3-small for most use cases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ChromaDB for prototyping, Pinecone/pgvector for production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Chunk size matters — experiment to find the sweet spot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Long context windows may eliminate need for RAG on small corpora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 session: observability, evals &amp;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