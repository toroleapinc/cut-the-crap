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Today: embeddings, vector DBs, RAG pipelines,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is the bread and butter of AI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embed two sentences, show cosine similarity.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ChromaDB for learning. Move to Pinecone/pgvector for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1: chunk documents, embed, store in vector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Retrieve top-k chunks, inject into prompt, generate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aren't mutually exclusive. Often combine RAG + fine-tuned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Fine-tuning is the last resort, not the first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 context windows are great but expensive. Be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min. This is the most practical skill for enterprise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Session 6: RAG &amp;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0096D6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7432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RAG: Retrieval-Augmented Generation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Is RAG?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LLMs know what they were trained on — nothing more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RAG: give the model YOUR data at query time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Flow: embed docs → store in vector DB → retrieve → generate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Like giving the model an open-book exam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Alternative to fine-tuning: cheaper, more flexible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The #1 pattern for enterprise AI applications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Embeddings — The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Embeddings: convert text → numeric vector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Similar text → similar vectors (cosine similarity)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OpenAI: text-embedding-3-small (cheap), text-embedding-3-large (better)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small for most cases — it's surprisingly good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Chunk your documents: 500-1000 tokens per chunk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Overlap chunks by 10-20% for context continuity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Vector Database Options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Pinecone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Cloud managed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Production, scaling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ChromaDB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Local/embedded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Prototyping, small datasets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pgvector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Postgres extension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Existing Postgres users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Weaviate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Cloud or self-hosted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Hybrid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Qdrant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Cloud or self-hosted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FAISS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In-memory library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Research,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RAG Pipeline — Indexing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import chromadb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from openai import OpenAI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client = OpenAI()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chroma = chromadb.Client()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collection = chroma.create_collection("docs")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# Chunk and embed documents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for i, chunk in enumerate(document_chunks):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embedding = client.embeddings.create(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model="text-embedding-3-small",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input=chunk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).data[0].embedding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collection.add(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ids=[f"chunk_{i}"],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embeddings=[embedding],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documents=[chunk]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RAG Pipeline — Retrieval &amp;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# Step 2: Query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query = "How do I configure MCP?"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q_embedding = client.embeddings.create(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model="text-embedding-3-small", input=query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).data[0].embedding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results = collection.query(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query_embeddings=[q_embedding], n_results=3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# Step 3: Generate with context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context = "\n".join(results["documents"][0])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response = client.chat.completions.create(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model="gpt-4.1",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messages=[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{"role": "system", "content": f"Answer using this context:\n{context}"},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{"role": "user", "content": query}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RAG vs Alternatives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RAG vs Long Context vs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RAG: dynamic retrieval, scales to millions of docs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Long context (200K+ tokens): simpler, but costly per query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Fine-tuning: bakes knowledge into weights, changes behavior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RAG when: data changes often, large corpus, need citations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long context when: small docs, need full understanding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fine-tuning when: changing model behavior/style/format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Fine-Tuning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OpenAI: fine-tune GPT-4.1 with JSONL training data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Format: {messages: [{role, content}, ...]} per example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Need 50-100+ examples minimum for meaningful results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LoRA: efficient fine-tuning for open-source models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Costs: training + inference on fine-tuned model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When to skip: most tasks work with good prompts + RAG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Context Window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GPT-4.1: 1M tokens (huge!), GPT-5.2: 200K tokens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Opus 4.6 / Sonnet 4.6: 200K tokens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Gemini 2.5 Pro: 1M tokens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Strategy: summarize old messages, keep recent full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Sliding window: drop oldest messages when near limit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Hybrid: RAG for knowledge + full context for conversation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Hands-On: Build a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Goal: RAG system over a set of markdown files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ChromaDB + text-embedding-3-small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Implement: chunking → embedding → storage → retrieval → generation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Add source citations in the response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Test with real questions about your documents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File: rag_pipeline.py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Session 6 Complete</a:t>
            </a:r>
          </a:p>
          <a:p>
            <a:pPr algn="ctr">
              <a:defRPr sz="2200">
                <a:solidFill>
                  <a:srgbClr val="0096D6"/>
                </a:solidFill>
              </a:defRPr>
            </a:pPr>
            <a:r>
              <a:t>Next: Observability, Evals &amp;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