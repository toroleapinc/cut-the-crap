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someone asks 'can we make AI know our internal docs?' the answer is RAG. You don't retrain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phases: index once (or on schedule), query per request. Garbage in, garbage out — chunking quality determines RAG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Index: embed docs, store. Query: embed question, search, generate. This is RAG stripped to its essence. Everything else is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Chunking is where most RAG pipelines silently fail. Spend time on this for your specific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Chroma for prototyping. pgvector if you already have Postgres. Pinecone for zero ops. The choice matters less than chunking + embedding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search is biggest bang for buck. Reranking, query expansion, and contextual retrieval are additive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with 400K-1M context, RAG wins on cost, accuracy (needle-in-haystack), and freshness. Fine-tuning is for HOW the model behaves, not WHAT it knows.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strategies: sliding window (drop oldest) and summarization (compress). Budget your context window: 50% retrieved docs, 25% history, 25%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SESSION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RAG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AACC"/>
                </a:solidFill>
              </a:defRPr>
            </a:pPr>
            <a:r>
              <a:t>Cut the Crap — AI Engineer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RAG: what it is and why it matters (even with 400K-1M context)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Full pipeline: chunk → embed → store → retrieve → generate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Vector databases: Chroma, Pinecone, pgvector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RAG vs long context vs fine-tuning decision tree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Hands-on: build a RAG pipeline from scratch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Problem: LLMs Don't Know Your Stuff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LLMs know a lot but NOT: your internal docs, product specs, customer data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Two options: fine-tune (expensive, slow) or give data at query time (RAG) 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RAG = Retrieval-Augmented Generation — search docs, stuff into prompt, generate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The most deployed AI pattern in enterprise — 2026 and still growing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Even with 400K-1M context windows, RAG is cheaper and more accurate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RAG Pipeline —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INDEXING (offline): chunk docs → embed each chunk → store in vector DB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QUERYING (online): embed question → search vector DB → feed context to LLM → generate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Embeddings: list of numbers representing MEANING — similar meanings → similar vectors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text-embedding-3-small (OpenAI, $0.02/1M tokens) — embedding a book costs pennies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Chunking strategy matters MORE than embedding model choice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Full RAG Pipeline in 30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import chromadb</a:t>
            </a:r>
            <a:br/>
            <a:r>
              <a:t>from openai import OpenAI</a:t>
            </a:r>
            <a:br/>
            <a:r>
              <a:t>client = OpenAI()</a:t>
            </a:r>
            <a:br/>
            <a:r>
              <a:t>chroma = chromadb.Client()</a:t>
            </a:r>
            <a:br/>
            <a:r>
              <a:t>collection = chroma.create_collection("my_docs")</a:t>
            </a:r>
            <a:br/>
            <a:br/>
            <a:r>
              <a:t># 1. INDEX: Embed and store documents</a:t>
            </a:r>
            <a:br/>
            <a:r>
              <a:t>docs = ["Refund policy allows returns within 30 days.",</a:t>
            </a:r>
            <a:br/>
            <a:r>
              <a:t>        "Premium plans include priority support and API access.",</a:t>
            </a:r>
            <a:br/>
            <a:r>
              <a:t>        "Office hours are Monday-Friday, 9am-5pm EST."]</a:t>
            </a:r>
            <a:br/>
            <a:r>
              <a:t>for i, doc in enumerate(docs):</a:t>
            </a:r>
            <a:br/>
            <a:r>
              <a:t>    emb = client.embeddings.create(model="text-embedding-3-small", input=doc).data[0].embedding</a:t>
            </a:r>
            <a:br/>
            <a:r>
              <a:t>    collection.add(ids=[f"doc_{i}"], embeddings=[emb], documents=[doc])</a:t>
            </a:r>
            <a:br/>
            <a:br/>
            <a:r>
              <a:t># 2. QUERY: Embed question, search, generate</a:t>
            </a:r>
            <a:br/>
            <a:r>
              <a:t>question = "Can I get a refund?"</a:t>
            </a:r>
            <a:br/>
            <a:r>
              <a:t>q_emb = client.embeddings.create(model="text-embedding-3-small", input=question).data[0].embedding</a:t>
            </a:r>
            <a:br/>
            <a:r>
              <a:t>results = collection.query(query_embeddings=[q_emb], n_results=2)</a:t>
            </a:r>
            <a:br/>
            <a:r>
              <a:t>context = "\n".join(results["documents"][0])</a:t>
            </a:r>
            <a:br/>
            <a:br/>
            <a:r>
              <a:t># 3. GENERATE: LLM answers using retrieved context</a:t>
            </a:r>
            <a:br/>
            <a:r>
              <a:t>response = client.chat.completions.create(</a:t>
            </a:r>
            <a:br/>
            <a:r>
              <a:t>    model="gpt-5.2",</a:t>
            </a:r>
            <a:br/>
            <a:r>
              <a:t>    messages=[</a:t>
            </a:r>
            <a:br/>
            <a:r>
              <a:t>        {"role":"system","content":f"Answer based on this context. If not found, say 'I don't know'.\n{context}"},</a:t>
            </a:r>
            <a:br/>
            <a:r>
              <a:t>        {"role":"user","content":question}</a:t>
            </a:r>
            <a:br/>
            <a:r>
              <a:t>    ])</a:t>
            </a:r>
            <a:br/>
            <a:r>
              <a:t>print(response.choices[0].message.content)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Chunking — The Underrated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Bad chunking = bad RAG, no matter how good your embedding model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200-500 tokens per chunk, 10-20% overlap to catch context at boundaries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Respect document structure: split on paragraphs first, then sentences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RecursiveCharacterTextSplitter: tries \n\n → \n → . → space → character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Smaller chunks = more precise retrieval; bigger = more context, noisier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Vector Databases — Pick Based on Your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Chroma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Embedded/server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Prototyping, small-medium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(OSS)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Pinecone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Managed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Production, zero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tier → $/usage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pgvector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Postgres extension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Already using Postgres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(extension)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Weaviate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Cloud/self-hosted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Hybrid search (vector+keyword)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Qdrant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Cloud/self-hosted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Performance-critical workloads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In-memory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Research,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 (Meta)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Advanced RAG: Hybrid Search, Reranking, Query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Hybrid search: combine vector (meaning) + keyword (BM25) — biggest accuracy win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Reranking: re-score top results with a powerful model (Cohere rerank-v3.5)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Query expansion: LLM generates 3 search queries from one question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Contextual retrieval (Anthropic): prepend doc metadata to each chunk before embedding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All worth trying if basic RAG accuracy isn't enough — stack them for best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RAG vs Long Context vs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Decision: docs fit in context? → long context first. Need fresh knowledge? → RAG. Need different behavior? → fine-tune.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Freshness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Lots of docs, need real-time freshness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Low-Med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Real-time updates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Long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Few docs that fit in 400K-1M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High (tokens!)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Per-request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Fine-tuning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Need behavior/tone change, not knowledge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High (training)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Static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Context Window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import tiktoken</a:t>
            </a:r>
            <a:br/>
            <a:br/>
            <a:r>
              <a:t>def count_tokens(text, model="gpt-5.2"):</a:t>
            </a:r>
            <a:br/>
            <a:r>
              <a:t>    enc = tiktoken.encoding_for_model(model)</a:t>
            </a:r>
            <a:br/>
            <a:r>
              <a:t>    return len(enc.encode(text))</a:t>
            </a:r>
            <a:br/>
            <a:br/>
            <a:r>
              <a:t>def manage_context(messages, max_tokens=200000):</a:t>
            </a:r>
            <a:br/>
            <a:r>
              <a:t>    """Strategy 1: Drop oldest messages (keep system + last N)"""</a:t>
            </a:r>
            <a:br/>
            <a:r>
              <a:t>    total = sum(count_tokens(m["content"]) for m in messages)</a:t>
            </a:r>
            <a:br/>
            <a:r>
              <a:t>    while total &gt; max_tokens and len(messages) &gt; 2:</a:t>
            </a:r>
            <a:br/>
            <a:r>
              <a:t>        removed = messages.pop(1)</a:t>
            </a:r>
            <a:br/>
            <a:r>
              <a:t>        total -= count_tokens(removed["content"])</a:t>
            </a:r>
            <a:br/>
            <a:r>
              <a:t>    return messages</a:t>
            </a:r>
            <a:br/>
            <a:br/>
            <a:r>
              <a:t>def summarize_old(messages, client):</a:t>
            </a:r>
            <a:br/>
            <a:r>
              <a:t>    """Strategy 2: Summarize old messages with cheap model"""</a:t>
            </a:r>
            <a:br/>
            <a:r>
              <a:t>    if len(messages) &lt; 10: return messages</a:t>
            </a:r>
            <a:br/>
            <a:r>
              <a:t>    old = messages[1:-4]</a:t>
            </a:r>
            <a:br/>
            <a:r>
              <a:t>    summary = client.chat.completions.create(</a:t>
            </a:r>
            <a:br/>
            <a:r>
              <a:t>        model="gpt-4o-mini",  # cheap model for summarization</a:t>
            </a:r>
            <a:br/>
            <a:r>
              <a:t>        messages=[{"role":"user","content":f"Summarize:\n{old}"}]</a:t>
            </a:r>
            <a:br/>
            <a:r>
              <a:t>    ).choices[0].message.content</a:t>
            </a:r>
            <a:br/>
            <a:r>
              <a:t>    return [messages[0],</a:t>
            </a:r>
            <a:br/>
            <a:r>
              <a:t>            {"role":"system","content":f"Previous summary: {summary}"},</a:t>
            </a:r>
            <a:br/>
            <a:r>
              <a:t>            *messages[-4:]]</a:t>
            </a:r>
            <a:br/>
            <a:br/>
            <a:r>
              <a:t># Budget: 50% for retrieved docs, 25% history, 25%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Hands-On: Build a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Load sample documents, chunk with RecursiveCharacterTextSplitter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Embed with text-embedding-3-small, store in Chroma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Query with semantic search, generate answers with source citations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Add 'say I don't know' guardrail for out-of-scope questions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Time: 30 minutes — code: session-6/code/rag_pipeline.py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Session 6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RAG = search → stuff → generate — the #1 enterprise AI pattern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Chunking matters more than model choice — 200-500 tokens, overlap, structure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Start with Chroma (local), pgvector/Pinecone for production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RAG for knowledge, fine-tuning for behavior, long context for small doc sets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Always add 'say I don't know' to prevent hallucinations on missing context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Next → Session 7: Observability, evals &amp;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