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Session 3. Function calling across providers, Assistants API, Custom GPTs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 use is THE most important API feature after basic chat. It's what makes AI actually useful beyond text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loop is identical in concept across all providers. The JSON format differs slightly.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Tool definitions use JSON Schema. Name, description, and parameters. The description is critical — it tells the model WHEN to use the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OpenAI wraps tools in {type: function, function: ...}. Tool results use role: tool with the call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Anthropic: check stop_reason == 'tool_use'. Tool results go as a user message with tool_result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Gemini uses typed objects instead of raw JSON. FunctionDeclaration + Schema. Response includes function_call.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Side-by-side comparison. The concepts are identical, only the JSON structure differs.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Assistants API is convenient but locks you into OpenAI. Messages API gives you full control and portability.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no-code approaches. Skills (OpenClaw) are the most flexible for developers.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Hands-on. Students run tool_calling.py, try each provider, observe tool call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Tool use is the gateway to agentic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Tool Use &amp; Custom Assistants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96D6"/>
                </a:solidFill>
              </a:defRPr>
            </a:pPr>
            <a:r>
              <a:t>Function calling across providers, Assistants API, Custom GPTs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8899BB"/>
                </a:solidFill>
              </a:defRPr>
            </a:pPr>
            <a:r>
              <a:t>Session 3 of 8  •  Cut the Crap — AI Engineer Edition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What Is Tool Use / Function Calling?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LLMs can't browse the web, check weather, or query databases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Tool use: you define functions, the model decides when to call them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Model outputs: function name + arguments (JSON)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You execute the function and return the result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Model incorporates the result into its response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This is the foundation of agentic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The Tool Use Loop (All Providers)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1. Send messages + tool definitions to the model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2. Model responds with tool_calls (or text if no tool needed)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3. Execute each tool call with the provided arguments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4. Append tool results to the conversation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5. Send back to model → it may call more tools or respond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Loop continues until model gives a text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Defining Tools (JSON Schema)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28655" cy="5212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666"/>
                </a:solidFill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Consolas"/>
              </a:defRPr>
            </a:pPr>
            <a:r>
              <a:t>TOOLS = [{</a:t>
            </a:r>
            <a:br/>
            <a:r>
              <a:t>    "name": "get_weather",</a:t>
            </a:r>
            <a:br/>
            <a:r>
              <a:t>    "description": "Get current weather for a city",</a:t>
            </a:r>
            <a:br/>
            <a:r>
              <a:t>    "parameters": {</a:t>
            </a:r>
            <a:br/>
            <a:r>
              <a:t>        "type": "object",</a:t>
            </a:r>
            <a:br/>
            <a:r>
              <a:t>        "properties": {</a:t>
            </a:r>
            <a:br/>
            <a:r>
              <a:t>            "city": {"type": "string", "description": "City name"},</a:t>
            </a:r>
            <a:br/>
            <a:r>
              <a:t>            "unit": {</a:t>
            </a:r>
            <a:br/>
            <a:r>
              <a:t>                "type": "string",</a:t>
            </a:r>
            <a:br/>
            <a:r>
              <a:t>                "enum": ["celsius", "fahrenheit"],</a:t>
            </a:r>
            <a:br/>
            <a:r>
              <a:t>            },</a:t>
            </a:r>
            <a:br/>
            <a:r>
              <a:t>        },</a:t>
            </a:r>
            <a:br/>
            <a:r>
              <a:t>        "required": ["city"],</a:t>
            </a:r>
            <a:br/>
            <a:r>
              <a:t>    },</a:t>
            </a:r>
            <a:br/>
            <a:r>
              <a:t>}]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OpenAI Tool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28655" cy="5212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666"/>
                </a:solidFill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Consolas"/>
              </a:defRPr>
            </a:pPr>
            <a:r>
              <a:t>tools = [{"type": "function", "function": t} for t in TOOLS]</a:t>
            </a:r>
            <a:br/>
            <a:br/>
            <a:r>
              <a:t>response = client.chat.completions.create(</a:t>
            </a:r>
            <a:br/>
            <a:r>
              <a:t>    model="gpt-4.1", messages=messages, tools=tools)</a:t>
            </a:r>
            <a:br/>
            <a:r>
              <a:t>msg = response.choices[0].message</a:t>
            </a:r>
            <a:br/>
            <a:br/>
            <a:r>
              <a:t>if msg.tool_calls:</a:t>
            </a:r>
            <a:br/>
            <a:r>
              <a:t>    messages.append(msg)</a:t>
            </a:r>
            <a:br/>
            <a:r>
              <a:t>    for call in msg.tool_calls:</a:t>
            </a:r>
            <a:br/>
            <a:r>
              <a:t>        args = json.loads(call.function.arguments)</a:t>
            </a:r>
            <a:br/>
            <a:r>
              <a:t>        result = execute_tool(call.function.name, args)</a:t>
            </a:r>
            <a:br/>
            <a:r>
              <a:t>        messages.append({</a:t>
            </a:r>
            <a:br/>
            <a:r>
              <a:t>            "role": "tool",</a:t>
            </a:r>
            <a:br/>
            <a:r>
              <a:t>            "tool_call_id": call.id,</a:t>
            </a:r>
            <a:br/>
            <a:r>
              <a:t>            "content": json.dumps(result),</a:t>
            </a:r>
            <a:br/>
            <a:r>
              <a:t>        })</a:t>
            </a:r>
            <a:br/>
            <a:r>
              <a:t>    # Send back for final response...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Anthropic Tool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28655" cy="5212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666"/>
                </a:solidFill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Consolas"/>
              </a:defRPr>
            </a:pPr>
            <a:r>
              <a:t>tools = [{"name": t["name"], "description": t["description"],</a:t>
            </a:r>
            <a:br/>
            <a:r>
              <a:t>         "input_schema": t["parameters"]} for t in TOOLS]</a:t>
            </a:r>
            <a:br/>
            <a:br/>
            <a:r>
              <a:t>response = client.messages.create(</a:t>
            </a:r>
            <a:br/>
            <a:r>
              <a:t>    model="claude-sonnet-4-6-20250217", max_tokens=8192,</a:t>
            </a:r>
            <a:br/>
            <a:r>
              <a:t>    tools=tools, messages=conversation)</a:t>
            </a:r>
            <a:br/>
            <a:br/>
            <a:r>
              <a:t>if response.stop_reason == "tool_use":</a:t>
            </a:r>
            <a:br/>
            <a:r>
              <a:t>    tool_results = []</a:t>
            </a:r>
            <a:br/>
            <a:r>
              <a:t>    for block in response.content:</a:t>
            </a:r>
            <a:br/>
            <a:r>
              <a:t>        if block.type == "tool_use":</a:t>
            </a:r>
            <a:br/>
            <a:r>
              <a:t>            result = execute_tool(block.name, block.input)</a:t>
            </a:r>
            <a:br/>
            <a:r>
              <a:t>            tool_results.append({</a:t>
            </a:r>
            <a:br/>
            <a:r>
              <a:t>                "type": "tool_result",</a:t>
            </a:r>
            <a:br/>
            <a:r>
              <a:t>                "tool_use_id": block.id,</a:t>
            </a:r>
            <a:br/>
            <a:r>
              <a:t>                "content": json.dumps(result),</a:t>
            </a:r>
            <a:br/>
            <a:r>
              <a:t>            })</a:t>
            </a:r>
            <a:br/>
            <a:r>
              <a:t>    conversation.append({"role": "user", "content": tool_results})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2A4A"/>
                </a:solidFill>
              </a:defRPr>
            </a:pPr>
            <a:r>
              <a:t>Google Gemini Tool Loop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728655" cy="521208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666"/>
                </a:solidFill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>
                <a:solidFill>
                  <a:srgbClr val="333333"/>
                </a:solidFill>
                <a:latin typeface="Consolas"/>
              </a:defRPr>
            </a:pPr>
            <a:r>
              <a:t>from google.genai import types</a:t>
            </a:r>
            <a:br/>
            <a:br/>
            <a:r>
              <a:t>tool = types.Tool(function_declarations=[</a:t>
            </a:r>
            <a:br/>
            <a:r>
              <a:t>    types.FunctionDeclaration(</a:t>
            </a:r>
            <a:br/>
            <a:r>
              <a:t>        name="get_weather",</a:t>
            </a:r>
            <a:br/>
            <a:r>
              <a:t>        description="Get current weather for a city",</a:t>
            </a:r>
            <a:br/>
            <a:r>
              <a:t>        parameters=types.Schema(</a:t>
            </a:r>
            <a:br/>
            <a:r>
              <a:t>            type="OBJECT",</a:t>
            </a:r>
            <a:br/>
            <a:r>
              <a:t>            properties={"city": types.Schema(type="STRING")},</a:t>
            </a:r>
            <a:br/>
            <a:r>
              <a:t>            required=["city"],</a:t>
            </a:r>
            <a:br/>
            <a:r>
              <a:t>        )</a:t>
            </a:r>
            <a:br/>
            <a:r>
              <a:t>    )</a:t>
            </a:r>
            <a:br/>
            <a:r>
              <a:t>])</a:t>
            </a:r>
            <a:br/>
            <a:br/>
            <a:r>
              <a:t>response = client.models.generate_content(</a:t>
            </a:r>
            <a:br/>
            <a:r>
              <a:t>    model="gemini-2.5-flash", contents=contents,</a:t>
            </a:r>
            <a:br/>
            <a:r>
              <a:t>    config=types.GenerateContentConfig(tools=[tool]))</a:t>
            </a:r>
            <a:br/>
            <a:br/>
            <a:r>
              <a:t># Check for function_call in response.candidates[0].content.parts[0]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Tool Use — Provider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7286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Tool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{type: function, function: ...}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{name, input_schema}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FunctionDeclaration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Check for calls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msg.tool_calls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stop_reason == 'tool_use'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part.function_call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Result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role: 'tool'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role: 'user' + tool_result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FunctionResponse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Parallel calls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 (multiple)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 (multiple)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Structured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Native response_format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Tool-use trick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</a:defRPr>
                      </a:pPr>
                      <a:r>
                        <a:t>response_schema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B2A4A"/>
                </a:solidFill>
              </a:defRPr>
            </a:pPr>
            <a:r>
              <a:t>Assistants API vs Messages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D6"/>
                </a:solidFill>
              </a:defRPr>
            </a:pPr>
            <a:r>
              <a:t>OpenAI Assistants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Server-side conversation state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Built-in file search &amp; code interpreter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Threads persist across sessions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Automatic tool execution loop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Higher cost (storage fees)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Good for: chatbots, file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96D6"/>
                </a:solidFill>
              </a:defRPr>
            </a:pPr>
            <a:r>
              <a:t>Messages API (All Providers)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Stateless — you manage history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Full control over tool execution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storage fees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Works with any provider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You build the tool loop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Good for: custom apps, agents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Custom GPTs, Skills &amp; Gems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Custom GPTs (OpenAI): no-code wrapper — instructions + knowledge + actions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Gems (Google): similar concept for Gemini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Skills (OpenClaw): code-based, run tools server-side (JS/Python)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Custom GPTs are easy but limited (no real code execution)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Skills are powerful — full programmatic control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Marketplace: GPT Store, ClawHub (covered in Session 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Hands-On: Tool-Calling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tool_calling.py — assistant with weather, search, calculator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Supports all 3 providers: --provider openai|anthropic|google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Automatic tool loop — handles multi-step tool chains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Try: 'What's the weather in Toronto and calculate 20% tip on $85'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Watch the tool calls in the terminal output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Exercise: add your own tool (e.g., unit converter)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</a:defRPr>
            </a:pPr>
            <a:r>
              <a:t>Key Takeaways — Session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Tool use = LLMs calling your functions (JSON in, JSON out)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Same loop across providers: define → call → execute → return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Assistants API is convenient; Messages API is flexible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Custom GPTs/Skills/Gems: different packaging for the same idea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Tool use is the foundation for agents (Session 5)</a:t>
            </a:r>
          </a:p>
          <a:p>
            <a:pPr>
              <a:spcBef>
                <a:spcPts val="4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Next session: MCP — the universal tool protocol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