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 use is the bridge from 'chatbot' to 'AI that does things.' The model is the brain, your code is the hands.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returns a structured tool_call, not text. Your code executes the function and sends results back. The model then formulates a human-friendly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tools as JSON schemas. Model returns tool_calls. Parse arguments, execute, send result back in a 'tool' role message with tool_call_id.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Anthropic uses input_schema, stop_reason=='tool_use', and content blocks. Arguments come as a dict — no JSON parsing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concepts, different JSON shapes. Anthropic args come as dict (no JSON parsing). All support parallel tool calls and forcing specific tools.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stateless. You understand exactly what's happening and it's portable across providers. Use Assistants for specific features like code interpreter.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consumer/prosumer tools. For developers, you want more control via tool-calling assistants and platforms like OpenClaw.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SESSION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Tool Use &amp; Custom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88AACC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Function calling / tool use across all 3 providers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The tool use loop: message → call → execute → result → response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Assistants API vs Messages API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Custom GPTs, Claude Projects, Gems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Hands-on: build a tool-calling assistant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Why Tool Use Changes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Without tools: LLM generates text, can't access real data or take actions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With tools: LLM decides WHAT to call, YOUR code EXECUTES it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Get real-time data (weather, stocks, DBs), take actions (send emails, create files)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 math reliably (calculator tool beats LLM arithmetic every time)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The model never runs code itself — it asks you to run it with arguments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Tool Use Loop — How It Actually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1. You → Model: user question + tool definitions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2. Model → You: "I want to call get_weather(city='Toronto')" (NOT text)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3. You: execute get_weather('Toronto') → {temp: -5, snow}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4. You → Model: "Here's the result: {temp: -5, snow}"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5. Model → You: "It's -5°C and snowing in Toronto!" (final text)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Two round trips. Model chooses what to call. You execute. Model summarizes.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OpenAI Function Calling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tools = [{"type": "function", "function": {</a:t>
            </a:r>
            <a:br/>
            <a:r>
              <a:t>    "name": "get_weather",</a:t>
            </a:r>
            <a:br/>
            <a:r>
              <a:t>    "description": "Get current weather for a city",</a:t>
            </a:r>
            <a:br/>
            <a:r>
              <a:t>    "parameters": {"type": "object",</a:t>
            </a:r>
            <a:br/>
            <a:r>
              <a:t>        "properties": {"city": {"type": "string"}, "unit": {"type": "string", "enum": ["celsius","fahrenheit"]}},</a:t>
            </a:r>
            <a:br/>
            <a:r>
              <a:t>        "required": ["city"]}</a:t>
            </a:r>
            <a:br/>
            <a:r>
              <a:t>}}]</a:t>
            </a:r>
            <a:br/>
            <a:br/>
            <a:r>
              <a:t>response = client.chat.completions.create(</a:t>
            </a:r>
            <a:br/>
            <a:r>
              <a:t>    model="gpt-5.2", messages=[{"role":"user","content":"Weather in Toronto?"}], tools=tools)</a:t>
            </a:r>
            <a:br/>
            <a:br/>
            <a:r>
              <a:t>msg = response.choices[0].message</a:t>
            </a:r>
            <a:br/>
            <a:r>
              <a:t>if msg.tool_calls:</a:t>
            </a:r>
            <a:br/>
            <a:r>
              <a:t>    call = msg.tool_calls[0]</a:t>
            </a:r>
            <a:br/>
            <a:r>
              <a:t>    args = json.loads(call.function.arguments)</a:t>
            </a:r>
            <a:br/>
            <a:r>
              <a:t>    result = get_weather(**args)  # YOUR function</a:t>
            </a:r>
            <a:br/>
            <a:r>
              <a:t>    </a:t>
            </a:r>
            <a:br/>
            <a:r>
              <a:t>    followup = client.chat.completions.create(</a:t>
            </a:r>
            <a:br/>
            <a:r>
              <a:t>        model="gpt-5.2",</a:t>
            </a:r>
            <a:br/>
            <a:r>
              <a:t>        messages=[</a:t>
            </a:r>
            <a:br/>
            <a:r>
              <a:t>            {"role":"user","content":"Weather in Toronto?"},</a:t>
            </a:r>
            <a:br/>
            <a:r>
              <a:t>            msg,</a:t>
            </a:r>
            <a:br/>
            <a:r>
              <a:t>            {"role":"tool","tool_call_id":call.id,"content":json.dumps(result)}</a:t>
            </a:r>
            <a:br/>
            <a:r>
              <a:t>        ], tools=tools)</a:t>
            </a:r>
            <a:br/>
            <a:r>
              <a:t>    print(followup.choices[0].message.content)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Anthropic Tool Use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tools = [{"name": "get_weather",</a:t>
            </a:r>
            <a:br/>
            <a:r>
              <a:t>    "description": "Get current weather for a city",</a:t>
            </a:r>
            <a:br/>
            <a:r>
              <a:t>    "input_schema": {"type": "object",</a:t>
            </a:r>
            <a:br/>
            <a:r>
              <a:t>        "properties": {"city": {"type": "string"}}, "required": ["city"]}}]</a:t>
            </a:r>
            <a:br/>
            <a:br/>
            <a:r>
              <a:t>response = client.messages.create(</a:t>
            </a:r>
            <a:br/>
            <a:r>
              <a:t>    model="claude-sonnet-4-6-20250217", max_tokens=1024, tools=tools,</a:t>
            </a:r>
            <a:br/>
            <a:r>
              <a:t>    messages=[{"role": "user", "content": "Weather in Toronto?"}])</a:t>
            </a:r>
            <a:br/>
            <a:br/>
            <a:r>
              <a:t>if response.stop_reason == "tool_use":</a:t>
            </a:r>
            <a:br/>
            <a:r>
              <a:t>    tool_block = next(b for b in response.content if b.type == "tool_use")</a:t>
            </a:r>
            <a:br/>
            <a:r>
              <a:t>    result = get_weather(**tool_block.input)  # Already a dict! No JSON.loads needed</a:t>
            </a:r>
            <a:br/>
            <a:r>
              <a:t>    </a:t>
            </a:r>
            <a:br/>
            <a:r>
              <a:t>    followup = client.messages.create(</a:t>
            </a:r>
            <a:br/>
            <a:r>
              <a:t>        model="claude-sonnet-4-6-20250217", max_tokens=1024, tools=tools,</a:t>
            </a:r>
            <a:br/>
            <a:r>
              <a:t>        messages=[</a:t>
            </a:r>
            <a:br/>
            <a:r>
              <a:t>            {"role":"user","content":"Weather in Toronto?"},</a:t>
            </a:r>
            <a:br/>
            <a:r>
              <a:t>            {"role":"assistant","content": response.content},</a:t>
            </a:r>
            <a:br/>
            <a:r>
              <a:t>            {"role":"user","content": [{"type":"tool_result",</a:t>
            </a:r>
            <a:br/>
            <a:r>
              <a:t>                "tool_use_id": tool_block.id, "content": json.dumps(result)}]}</a:t>
            </a:r>
            <a:br/>
            <a:r>
              <a:t>        ])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Tool Use — 3-Provider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Tool definition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function.parameters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input_schema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FunctionDeclaration.parameters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msg.tool_calls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stop_reason=='tool_use'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part.function_call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Arguments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json.loads(call.function.arguments)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tool_block.input (dict!)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dict(fc.args)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Result role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role='tool'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role='user' + tool_result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FunctionResponse part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Parallel calls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✅ Yes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✅ Yes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✅ Yes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Force tool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tool_choice={function:{name:...}}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tool_choice={type:tool,name:...}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function_calling_config mode=ANY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Assistants API vs Messages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OpenAI Assistants: server-side state — threads, runs, built-in code interpreter &amp; file search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Anthropic/Google Messages: stateless — you manage everything, full control, portable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Recommendation: start stateless (Messages API) — it's portable and transparent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Use Assistants when you specifically need code interpreter or built-in file search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GPT-5.2 Assistants now support MCP tools natively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Custom GPTs, Claude Projects &amp; Gems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Custom GPTs (OpenAI) — no-code via ChatGPT UI, GPT Store marketplace, quality varies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Claude Projects (Anthropic) — project-level system prompts + knowledge files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Claude Cowork (Jan 2026) — GUI for non-technical users to build with Claude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Google Gems — custom personas in Gemini, limited distribution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For developers: custom tool-calling assistants &gt; consumer customization tools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Hands-On: Tool-Calling Assistant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Build an assistant with personality (system prompt) and 3+ tools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Tools: get_weather(city), search_web(query), calculate(expression)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Handle the full tool loop automatically (while loop)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Support multi-turn conversation with history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📝 Time: 30 minutes — starter code: session-3/code/tool_calling.py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Session 3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Tool use: model decides WHAT, your code EXECUTES — all 3 providers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The loop: message → tool_call → execute → tool_result → response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GPT-5.2 supports MCP + free-form tool calls natively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Always validate tool arguments and handle errors in production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Start stateless (Messages API), add Assistants for specific features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Next → Session 4: MCP — the universal tool protocol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