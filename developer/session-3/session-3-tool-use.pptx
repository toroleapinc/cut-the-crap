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Today: function calling, assistants API, custom GPTs/skills.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use = the bridge between LLMs and the real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tools as JSON schema. Model returns tool_calls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Anthropic: input_schema instead of parameters. Same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this loop on whiteboard. It's the ReAct pattern foundation.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Assistants API is higher-level. More managed, less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Anthropic is more 'bring your own framework'.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build a custom GPT and an OpenClaw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min. Build incrementally: one tool, then add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Session 3: Tool Use &amp; Custom Assistants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0096D6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7432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Function Calling / Tool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Is Tool Use?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LLMs can't browse the web, query DBs, or call APIs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Tool use: model decides WHEN to call a function and with WHAT args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You define tools → model picks one → you execute → return result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Model never executes code — it just generates the call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Supported: OpenAI, Anthropic, Google (all slightly different)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This is the foundation of agents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OpenAI Tool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tools = [{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"type": "function",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"function":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"name": "get_weather",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"description": "Get current weather for a city",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"parameters":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"type": "object",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"properties":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    "city": {"type": "string"},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    "units": {"type": "string", "enum": ["celsius","fahrenheit"]}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"required": ["city"]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}]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response = client.chat.completions.create(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model="gpt-4.1", messages=messages, tools=tools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# Check response.choices[0].message.tool_calls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Anthropic Tool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response = client.messages.create(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model="claude-sonnet-4-6-20260220",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max_tokens=1024,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tools=[{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"name": "get_weather",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"description": "Get current weather for a city",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"input_schema":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"type": "object",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"properties":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    "city": {"type": "string"},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    "units": {"type": "string", "enum": ["celsius","fahrenheit"]}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"required": ["city"]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}],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messages=[{"role": "user", "content": "Weather in Toronto?"}]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# response.content[0].type == "tool_use"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# response.content[0].input == {"city": "Toronto"}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Tool Use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1. Send user message + tool definitions to model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2. Model responds with tool_call (name + arguments)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3. Your code executes the function with those args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4. Send tool result back to model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5. Model generates final response using the result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6. Repeat if model wants to call another tool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Assistants &amp; Custom Bots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OpenAI Assistants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Persistent assistant with instructions, tools, files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Built-in: code interpreter, file search, function calling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Thread-based: maintains conversation history server-side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Run-based: create a run, poll for completion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Good for: chatbots, support agents, data analysis bots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Alternative: just use chat completions + your own state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Anthropic Messages API vs OpenAI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Anthropic: stateless Messages API — you manage history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No equivalent to Assistants API (by design)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System prompt as separate parameter (not in messages)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Tool use built into Messages API directly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Anthropic philosophy: keep it simple, you own the state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Both approaches work — just different trade-offs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Custom GPTs vs Skills vs Gems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Custom GPTs (OpenAI): instructions + knowledge + actions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OpenClaw Skills: modular tools attached to agents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Google Gems: custom Gemini personas with instructions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All three: no-code way to create specialized AI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Actions/Skills can call external APIs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Marketplace distribution: GPT Store, ClawHub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Hands-On: Build a Tool-Calling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Goal: assistant that can check weather + search a database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Define 2-3 tools with proper schemas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Implement the tool execution loop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Handle multi-turn conversations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GPT-4.1 or Sonnet 4.6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File: tool_calling.py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Session 3 Complete</a:t>
            </a:r>
          </a:p>
          <a:p>
            <a:pPr algn="ctr">
              <a:defRPr sz="2200">
                <a:solidFill>
                  <a:srgbClr val="0096D6"/>
                </a:solidFill>
              </a:defRPr>
            </a:pPr>
            <a:r>
              <a:t>Next: MCP, Plugins &amp; Marketplaces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