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1. Models, providers, and your first API call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the current AI provider landscape. Emphasize that the API patterns are nearly identical across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pricing. DeepSeek V4 is absurdly cheap. Llama 4 is free to self-host but you pay for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distinction students need to understand. Reasoning models 'think' internally. Non-reasoning models are faster and cheaper for most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source is viable for many use cases. Ollama makes local dev easy. vLLM for production serving.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distinction. OAuth = easy, uses existing sub. API key = for developers building custom apps. OpenClaw accepts BOTH — you choose during 'openclaw setup'.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create keys on each platform. Show the billing/credits page. Emphasize .env files and .gitignore.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SDK install command. Explain the universal message format that all providers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Simplest possible OpenAI call. Point out: client auto-reads env var, messages array, model name, temperature.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differences: max_tokens is required, system prompt is a separate parameter, response structure differs.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SDK is slightly different but same concept. Contents can be a simple string or list of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Streaming is essential for any chat UI. Show the streaming variants from chat_script.py.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pattern: stream=True, then iterate. Each chunk has a delta with partial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hands-on exercise. Students run chat_script.py and experiment with all 3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session. Preview Session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The AI Landscape &amp;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Models, providers, and your first API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1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The Big Three + Challengers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OpenAI — GPT-5.2, GPT-4.1, o3/o4-mini reasoning models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Anthropic — Opus 4.6, Sonnet 4.6, Haiku 3.5 (Claude Code)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Google — Gemini 2.5 Pro, Gemini 2.5 Flash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Challengers: DeepSeek V4, Meta Llama 4, Grok 4, Mistral Large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All accessible through simple REST APIs + SDKs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Model Comparison — February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Flagship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Mid-Tier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Fast/Cheap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Pricing (In/Out per 1M)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GPT-4.1-mini /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$20 / $60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Opus 4.6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Sonnet 4.6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Haiku 3.5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$5 / $25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Gemini 2.5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Gemini 2.5 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$0.14 / 1M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Llama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(self-host)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Reasoning vs Non-Reasoning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Reasoning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GPT-5.2 / o3 / o4-mini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Think before answering (chain-of-thought)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Best for math, logic, complex analysis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Higher cost, higher latency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Temperature usually fixed or 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Non-Reasoning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GPT-4.1 / Sonnet 4.6 / Gemini 2.5 Flash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Direct response, no thinking phase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Best for chat, code, writing, tool use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Cheaper, faster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Adjustable temperature (0.0–2.0)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Open Source &amp; Self-Hosting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Llama 4 (Meta) — strongest open model, multiple sizes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DeepSeek V4 — insanely cheap via API ($0.14/1M tokens)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Mistral Large — strong European alternative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Qwen 2.5 — Alibaba, popular in Asia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Self-hosting: Ollama (easy local), vLLM (production GPU serving)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Trade-off: control &amp; privacy vs. effort &amp; cost of GPUs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OAuth vs API Key — How Authentication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OAuth (Subscription-Based)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App gives you a link → open in browser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Authorize with your existing account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Paste the code back into the app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Uses your existing subscription (Pro/Team)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Supported by: OpenClaw, Claude Code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 credit card / billing setup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API Key (Pay-as-You-Go)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Go to provider console → create key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Add credits ($5+ to start)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Pay per token used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Required for custom programs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Full programmatic control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Your code ONLY uses API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Setting Up API Keys (Live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OpenAI: platform.openai.com → API keys → Create → Add credits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Anthropic: console.anthropic.com → API Keys → Create → Add credits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Google: aistudio.google.com → Get API key (free tier available)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Store in environment: export OPENAI_API_KEY=sk-...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Never commit keys to git — use .env files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Start with $5–10 of credits, that's plenty for learning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SDK Installation &amp; First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pip install openai anthropic google-genai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All three SDKs follow the same pattern: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Create a client (reads API key from env)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Build a messages array (system + user + assistant)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Call the model, get a response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Let's look at the code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OpenAI — Your First API 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openai import OpenAI</a:t>
            </a:r>
            <a:br/>
            <a:r>
              <a:t>client = OpenAI()  # reads OPENAI_API_KEY from env</a:t>
            </a:r>
            <a:br/>
            <a:br/>
            <a:r>
              <a:t>response = client.chat.completions.create(</a:t>
            </a:r>
            <a:br/>
            <a:r>
              <a:t>    model="gpt-4.1",</a:t>
            </a:r>
            <a:br/>
            <a:r>
              <a:t>    messages=[</a:t>
            </a:r>
            <a:br/>
            <a:r>
              <a:t>        {"role": "system", "content": "You are a helpful assistant."},</a:t>
            </a:r>
            <a:br/>
            <a:r>
              <a:t>        {"role": "user", "content": "What is AI?"}</a:t>
            </a:r>
            <a:br/>
            <a:r>
              <a:t>    ],</a:t>
            </a:r>
            <a:br/>
            <a:r>
              <a:t>    temperature=0.7,</a:t>
            </a:r>
            <a:br/>
            <a:r>
              <a:t>)</a:t>
            </a:r>
            <a:br/>
            <a:r>
              <a:t>print(response.choices[0].message.content)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Anthropic — Same Pattern, Different SDK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import anthropic</a:t>
            </a:r>
            <a:br/>
            <a:r>
              <a:t>client = anthropic.Anthropic()  # reads ANTHROPIC_API_KEY</a:t>
            </a:r>
            <a:br/>
            <a:br/>
            <a:r>
              <a:t>response = client.messages.create(</a:t>
            </a:r>
            <a:br/>
            <a:r>
              <a:t>    model="claude-sonnet-4-6-20250217",</a:t>
            </a:r>
            <a:br/>
            <a:r>
              <a:t>    max_tokens=8192,          # Required for Anthropic</a:t>
            </a:r>
            <a:br/>
            <a:r>
              <a:t>    system="You are a helpful assistant.",  # System is separate</a:t>
            </a:r>
            <a:br/>
            <a:r>
              <a:t>    messages=[</a:t>
            </a:r>
            <a:br/>
            <a:r>
              <a:t>        {"role": "user", "content": "What is AI?"}</a:t>
            </a:r>
            <a:br/>
            <a:r>
              <a:t>    ],</a:t>
            </a:r>
            <a:br/>
            <a:r>
              <a:t>)</a:t>
            </a:r>
            <a:br/>
            <a:r>
              <a:t>print(response.content[0].text)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Google Gemini — Third Provider, Same Idea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google import genai</a:t>
            </a:r>
            <a:br/>
            <a:r>
              <a:t>client = genai.Client()  # reads GOOGLE_API_KEY</a:t>
            </a:r>
            <a:br/>
            <a:br/>
            <a:r>
              <a:t>response = client.models.generate_content(</a:t>
            </a:r>
            <a:br/>
            <a:r>
              <a:t>    model="gemini-2.5-flash",</a:t>
            </a:r>
            <a:br/>
            <a:r>
              <a:t>    contents="What is AI?",</a:t>
            </a:r>
            <a:br/>
            <a:r>
              <a:t>    config={"system_instruction": "You are a helpful assistant."},</a:t>
            </a:r>
            <a:br/>
            <a:r>
              <a:t>)</a:t>
            </a:r>
            <a:br/>
            <a:r>
              <a:t>print(response.text)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Streaming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Without streaming: wait for full response, then display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With streaming: tokens arrive one at a time, display instantly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Much better UX — user sees response forming in real-time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OpenAI: stream=True → iterate over chunks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Anthropic: client.messages.stream() context manager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Google: generate_content_stream() → iterate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Streaming — OpenAI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stream = client.chat.completions.create(</a:t>
            </a:r>
            <a:br/>
            <a:r>
              <a:t>    model="gpt-4.1",</a:t>
            </a:r>
            <a:br/>
            <a:r>
              <a:t>    messages=messages,</a:t>
            </a:r>
            <a:br/>
            <a:r>
              <a:t>    stream=True,</a:t>
            </a:r>
            <a:br/>
            <a:r>
              <a:t>)</a:t>
            </a:r>
            <a:br/>
            <a:r>
              <a:t>for chunk in stream:</a:t>
            </a:r>
            <a:br/>
            <a:r>
              <a:t>    delta = chunk.choices[0].delta.content</a:t>
            </a:r>
            <a:br/>
            <a:r>
              <a:t>    if delta:</a:t>
            </a:r>
            <a:br/>
            <a:r>
              <a:t>        print(delta, end="", flush=True)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Multi-Provider Chat Script (Hands-On)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chat_script.py — switch providers mid-conversation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Commands: /openai  /anthropic  /google  /clear  /quit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Shared message history across providers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Streaming responses from all three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Exercise: run it, try each provider, compare responses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Notice: same question → different styles &amp; quality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Three major providers + strong open-source alternatives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Reasoning models think harder; non-reasoning are faster/cheaper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OAuth for apps like OpenClaw; API keys for your custom code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All SDKs follow client → messages → response pattern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Streaming is essential for good UX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session: prompt engineering &amp; multimodal APIs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