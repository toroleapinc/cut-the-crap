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Today: providers, models, API auth, first API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provider. Emphasize: choice is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Reasoning = chain-of-thought built in. Costs more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Prices approximate. Point: 100x cost difference between cheapest and most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Ollama if time. Show how easy it is to run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#1 confusion point. OAuth = subscription. API key = pay-as-you-go. Separate billing.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the line clearly: building your own app = API key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create keys, set env vars, make first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code this. Show model param options. Explain messages array.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Note: Anthropic uses messages.create, system prompt is separate param.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temperature differences with same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building this step by step. ~20 min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Session 1: The AI Landscape &amp; APIs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0096D6"/>
                </a:solidFill>
              </a:defRPr>
            </a:pPr>
            <a:r>
              <a:t>Cut the Crap — AI Engineer Edition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2743200" cy="50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The AI Provider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Major AI Providers (Feb 2026)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Flagship Model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Strength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GPT-5.2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Reasoning, multimodal, ecosystem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Opus 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Safety, long context, 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Gemini 2.5 Pro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Multimodal, 1M context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Llama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Open-source 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DeepSeek V4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Cost ($0.14/1M input)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Grok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Real-time data, X 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Model Types: Reasoning vs Non-Reasoning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Reasoning models: GPT-5.2, o3, o4-mini — think before answering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Non-reasoning: GPT-4.1, GPT-4.1-mini, GPT-4.1-nano — fast, cheap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Anthropic reasoning: Opus 4.6 (extended thinking)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Anthropic fast: Sonnet 4.6, Haiku 3.5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Google: Gemini 2.5 Pro (thinking), Gemini 2.5 Flash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Key: match model to task — don't use a cannon for a nail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Model Comparison: Cost &amp; Context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Input $/1M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Output $/1M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Context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GPT-5.2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$30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200K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GPT-4.1-mini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$0.40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$1.60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1M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GPT-4.1-nano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Opus 4.6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$75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200K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Sonnet 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200K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Haiku 3.5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$0.80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200K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Gemini 2.5 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DeepSeek V4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$0.14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$0.28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128K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Open-Source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Llama 4 (Meta) — free weights, run anywhere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DeepSeek V4 — incredible price/performance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Mistral, Qwen — strong multilingual options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Self-hosting: Ollama (easy local), vLLM (production)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Trade-off: control &amp; privacy vs capability &amp; maintenance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Great for: sensitive data, offline, cost at scale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API Authentication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OAuth vs API Key — The Two Auth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OAuth: App gives link → authorize in browser → paste code back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OAuth uses your existing subscription (Pro/Team/Enterprise)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API Key: Go to console → create key → add credits (prepaid)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API Key = pay per token, completely separate from subscription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Custom programs can ONLY use API keys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OpenClaw accepts BOTH OAuth and API keys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Who Uses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Claude Code: primarily OAuth (uses your Anthropic subscription)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Claude Code also supports API key (ANTHROPIC_API_KEY)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OpenClaw: accepts BOTH OAuth and API keys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ChatGPT / Claude.ai: OAuth (you log in with your account)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Your Python script: API key ONLY — no OAuth option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Cursor / Copilot: their own subscription OR your API key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Setting Up API Keys (Live)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OpenAI: platform.openai.com → API keys → Create → Add credits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Anthropic: console.anthropic.com → API keys → Create → Add credits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Google: aistudio.google.com → Get API key (free tier available)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Store in .env file — NEVER commit to git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export OPENAI_API_KEY='sk-...'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Test: curl or simple Python script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First API Call — OpenAI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from openai import OpenAI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client = OpenAI()  # reads OPENAI_API_KEY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response = client.chat.completions.create(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model="gpt-4.1",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messages=[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{"role": "system", "content": "You are a helpful assistant."},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{"role": "user", "content": "Explain APIs in one sentence."}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print(response.choices[0].message.content)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First API Call — Anthropic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import anthropic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client = anthropic.Anthropic()  # reads ANTHROPIC_API_KEY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message = client.messages.create(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model="claude-sonnet-4-6-20260220",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max_tokens=1024,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messages=[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{"role": "user", "content": "Explain APIs in one sentence."}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print(message.content[0].text)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Temperature &amp;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temperature: 0 = deterministic, 1 = creative, 2 = wild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max_tokens: cap on response length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top_p: nucleus sampling (usually leave at 1)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stop: custom stop sequences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seed: reproducibility (OpenAI)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Rule of thumb: coding=0, creative=0.7-1.0, general=0.3-0.5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Hands-On: Build a Chat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Goal: interactive chat loop with conversation history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Use GPT-4.1-mini or Haiku 3.5 (cheap for practice)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Maintain messages[] array across turns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Add system prompt for personality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Handle streaming for better UX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File: chat_script.py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Session 1 Complete</a:t>
            </a:r>
          </a:p>
          <a:p>
            <a:pPr algn="ctr">
              <a:defRPr sz="2200">
                <a:solidFill>
                  <a:srgbClr val="0096D6"/>
                </a:solidFill>
              </a:defRPr>
            </a:pPr>
            <a:r>
              <a:t>Next: Prompting, Structured Output &amp; Multimodal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