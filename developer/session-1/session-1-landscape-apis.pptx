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Cut the Crap. This course is for developers who use ChatGPT daily but haven't built with AI APIs yet. Over 8 sessions, you'll go from 'I paste stuff into ChatGPT' to 'I build AI-powered applications.'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Six major players. No single best provider — depends on use case, budget, and constraints. Claude Opus 4.5 has best SWE-bench at 80.9%. DeepSeek V4 is budget king at $0.14/1M tokens. GPT-5.2 has 400K context and MCP support.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Chat models are your bread and butter. Reasoning models think before answering — slower and more expensive but crush math, logic, and complex coding. Embedding models turn text into vectors for semantic search. Specialized models handle images, audio, video.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Temperature is the most important parameter. Zero = deterministic. 0.7 = default. Above 1.0 gets wild. Max tokens caps output length, not input.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source matters: run yourself, fine-tune, or use where you can't send data externally. Llama 4 uses mixture-of-experts — only 17B active at once.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Ollama is the Docker of local AI. vLLM is for production. Self-host when data constraints or high volume. Don't self-host if you need best intelligence.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providers, slightly different APIs. OpenAI: chat.completions.create. Anthropic: messages.create (requires max_tokens). Google: generate_content. All auto-read keys from environment variables. NEVER hardcode keys.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Bookmark this slide. Biggest gotcha: Anthropic requires max_tokens. System prompts go in different places across providers.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trips up everyone. The API is stateless. You manage history. Conversations get more expensive over time as context grows.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Streaming gives the ChatGPT-like typing effect. Users perceive streaming as faster. Time-to-first-token is what matters for 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 WILL get rate limited. Exponential backoff is the standard pattern. SDKs have built-in retry logic you can configure.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a multi-provider chat script. The key thing to understand is conversation history — every API call sends the FULL conversation so far. The model has no memory between calls.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done. You know the landscape, made API calls to three providers, and built a working chat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7315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D6"/>
                </a:solidFill>
              </a:defRPr>
            </a:pPr>
            <a:r>
              <a:t>SESSION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FFFFF"/>
                </a:solidFill>
              </a:defRPr>
            </a:pPr>
            <a:r>
              <a:t>The AI Landscape &amp; APIs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743200"/>
            <a:ext cx="100584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88AACC"/>
                </a:solidFill>
              </a:defRPr>
            </a:pPr>
            <a:r>
              <a:t>Cut the Crap — AI Engineer Edition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65760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The provider landscape (OpenAI, Anthropic, Google, Meta, Mistral, DeepSeek)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Model types, reasoning, parameters &amp; structured output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Open-source models &amp; self-hosting (Ollama, vLLM)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API key setup — live first calls</a:t>
            </a:r>
          </a:p>
          <a:p>
            <a:pPr>
              <a:spcAft>
                <a:spcPts val="600"/>
              </a:spcAft>
              <a:defRPr sz="1600">
                <a:solidFill>
                  <a:srgbClr val="CCDDEE"/>
                </a:solidFill>
              </a:defRPr>
            </a:pPr>
            <a:r>
              <a:t>▸ Hands-on: build a multi-provider chat script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The AI Provider Landscape — Feb 2026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Provider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Flagship Model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Strengths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Pricing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GPT-5.2 (Dec 2025) — 400K ctx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Ecosystem, MCP support, 187 tok/s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$20/$60 per 1M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Claude Opus 4.6 (Feb 2026)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SWE-bench 80.9%, safety, Claude Code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$5/$25 per 1M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Gemini 3 Pro (Nov 2025) — 1M ctx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Native multimodal, agentic, free tier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$-$$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Meta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Llama 4 (open source)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Self-hostable, commercial use 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Free (compute)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Mistral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Mistral Large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EU-based, efficient, open-weight options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$-$$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DeepSeek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DeepSeek V4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94% cheaper than GPT, strong reasoning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$0.14/1M tokens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Model Types — Know What You're Using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Chat Models — GPT-5.2, Claude Sonnet 4.6, Gemini 3 Pro → text in, text out (95% of use)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Reasoning Models — o3, o4-mini, Claude Opus extended thinking → slower, costlier, better at hard problems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Embedding Models — text-embedding-3-small, Gemini embedding → text→vectors for search/RAG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Specialized — DALL-E 3, Imagen 3, Whisper, TTS → images, audio, video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Key Parameters — Temperature &amp; Friends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response = client.chat.completions.create(</a:t>
            </a:r>
            <a:br/>
            <a:r>
              <a:t>    model="gpt-5.2",</a:t>
            </a:r>
            <a:br/>
            <a:r>
              <a:t>    messages=[...],</a:t>
            </a:r>
            <a:br/>
            <a:r>
              <a:t>    temperature=0.7,      # 0 = deterministic, 2 = creative chaos</a:t>
            </a:r>
            <a:br/>
            <a:r>
              <a:t>    max_tokens=1024,       # output length cap</a:t>
            </a:r>
            <a:br/>
            <a:r>
              <a:t>    top_p=0.9,             # nucleus sampling (usually leave at 1)</a:t>
            </a:r>
            <a:br/>
            <a:r>
              <a:t>    frequency_penalty=0,   # reduce repetition</a:t>
            </a:r>
            <a:br/>
            <a:r>
              <a:t>    stop=["\n\n"],        # stop sequences</a:t>
            </a:r>
            <a:br/>
            <a:r>
              <a:t>)</a:t>
            </a:r>
            <a:br/>
            <a:br/>
            <a:r>
              <a:t>Temperature Guide:</a:t>
            </a:r>
            <a:br/>
            <a:r>
              <a:t>  0.0  → Code generation, data extraction, deterministic tasks</a:t>
            </a:r>
            <a:br/>
            <a:r>
              <a:t>  0.3  → Customer support, summarization</a:t>
            </a:r>
            <a:br/>
            <a:r>
              <a:t>  0.7  → General chat, creative assistance (DEFAULT)</a:t>
            </a:r>
            <a:br/>
            <a:r>
              <a:t>  1.0+ → Brainstorming, creative writing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Open Source Models — Run It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Llama 4 (Meta) — Scout 17B/109B MoE, Maverick 17B/400B MoE, open source, commercial OK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DeepSeek V4 — 671B MoE, MIT license, $0.14/1M tokens via API, self-hostable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Mistral Large (123B), Codestral for code — Apache 2.0 for small models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Qwen 2.5 (Alibaba) — 0.5B to 72B, strong multilingual, Apache 2.0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Self-Hosting — Ollama &amp; vLLM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Ollama — dead simple local inference</a:t>
            </a:r>
            <a:br/>
            <a:r>
              <a:t>$ ollama pull llama4-scout</a:t>
            </a:r>
            <a:br/>
            <a:r>
              <a:t>$ ollama run llama4-scout</a:t>
            </a:r>
            <a:br/>
            <a:br/>
            <a:r>
              <a:t># Exposes OpenAI-compatible API — your code works unchanged!</a:t>
            </a:r>
            <a:br/>
            <a:r>
              <a:t>$ curl http://localhost:11434/v1/chat/completions \</a:t>
            </a:r>
            <a:br/>
            <a:r>
              <a:t>  -d '{"model":"llama4-scout","messages":[{"role":"user","content":"Hello"}]}'</a:t>
            </a:r>
            <a:br/>
            <a:br/>
            <a:r>
              <a:t># vLLM — production-grade serving</a:t>
            </a:r>
            <a:br/>
            <a:r>
              <a:t>$ pip install vllm</a:t>
            </a:r>
            <a:br/>
            <a:r>
              <a:t>$ vllm serve meta-llama/Llama-4-Scout --tensor-parallel-size 4</a:t>
            </a:r>
            <a:br/>
            <a:br/>
            <a:r>
              <a:t>When to self-host:                    When NOT to self-host:</a:t>
            </a:r>
            <a:br/>
            <a:r>
              <a:t>✅ Data can't leave your network       ❌ Need frontier intelligence</a:t>
            </a:r>
            <a:br/>
            <a:r>
              <a:t>✅ High-volume, cost-sensitive          ❌ Small team, no GPU budget</a:t>
            </a:r>
            <a:br/>
            <a:r>
              <a:t>✅ Need to fine-tune                    ❌ Rapid prototyping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API Setup — First Calls to 3 Providers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=== OPENAI ===</a:t>
            </a:r>
            <a:br/>
            <a:r>
              <a:t>from openai import OpenAI</a:t>
            </a:r>
            <a:br/>
            <a:r>
              <a:t>client = OpenAI()  # reads OPENAI_API_KEY from env</a:t>
            </a:r>
            <a:br/>
            <a:r>
              <a:t>response = client.chat.completions.create(</a:t>
            </a:r>
            <a:br/>
            <a:r>
              <a:t>    model="gpt-5.2",</a:t>
            </a:r>
            <a:br/>
            <a:r>
              <a:t>    messages=[{"role": "user", "content": "Say hello in one sentence."}]</a:t>
            </a:r>
            <a:br/>
            <a:r>
              <a:t>)</a:t>
            </a:r>
            <a:br/>
            <a:r>
              <a:t>print(response.choices[0].message.content)</a:t>
            </a:r>
            <a:br/>
            <a:br/>
            <a:r>
              <a:t># === ANTHROPIC ===</a:t>
            </a:r>
            <a:br/>
            <a:r>
              <a:t>import anthropic</a:t>
            </a:r>
            <a:br/>
            <a:r>
              <a:t>client = anthropic.Anthropic()</a:t>
            </a:r>
            <a:br/>
            <a:r>
              <a:t>response = client.messages.create(</a:t>
            </a:r>
            <a:br/>
            <a:r>
              <a:t>    model="claude-sonnet-4-6-20250217",</a:t>
            </a:r>
            <a:br/>
            <a:r>
              <a:t>    max_tokens=100,</a:t>
            </a:r>
            <a:br/>
            <a:r>
              <a:t>    messages=[{"role": "user", "content": "Say hello in one sentence."}]</a:t>
            </a:r>
            <a:br/>
            <a:r>
              <a:t>)</a:t>
            </a:r>
            <a:br/>
            <a:r>
              <a:t>print(response.content[0].text)</a:t>
            </a:r>
            <a:br/>
            <a:br/>
            <a:r>
              <a:t># === GOOGLE ===</a:t>
            </a:r>
            <a:br/>
            <a:r>
              <a:t>from google import genai</a:t>
            </a:r>
            <a:br/>
            <a:r>
              <a:t>client = genai.Client()</a:t>
            </a:r>
            <a:br/>
            <a:r>
              <a:t>response = client.models.generate_content(</a:t>
            </a:r>
            <a:br/>
            <a:r>
              <a:t>    model="gemini-3-pro", contents="Say hello in one sentence."</a:t>
            </a:r>
            <a:br/>
            <a:r>
              <a:t>)</a:t>
            </a:r>
            <a:br/>
            <a:r>
              <a:t>print(response.text)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API Comparison Cheat Sheet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188720"/>
          <a:ext cx="1051560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41148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OpenAI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Anthropic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</a:defRPr>
                      </a:pPr>
                      <a:r>
                        <a:t>Google</a:t>
                      </a:r>
                    </a:p>
                  </a:txBody>
                  <a:tcPr>
                    <a:solidFill>
                      <a:srgbClr val="1B2A4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Endpoint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chat.completions.create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messages.create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generate_content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System prompt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{"role":"system",...}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system= parameter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system_instruction=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Max tokens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Optional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REQUIRED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Optional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Streaming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stream=True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.stream() context mgr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stream=True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Response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choices[0].message.content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content[0].text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.text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Auth env var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OPENAI_API_KEY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ANTHROPIC_API_KEY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333333"/>
                          </a:solidFill>
                        </a:defRPr>
                      </a:pPr>
                      <a:r>
                        <a:t>GOOGLE_API_KEY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Conversation History Is YOUR Responsibility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The API is STATELESS — every call, you send the FULL conversation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ChatGPT maintains history for you; the API does NOT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Each call costs tokens for the entire conversation so far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This is why context window size matters — it's the max conversation length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GPT-5.2: 400K tokens, Claude: 200K tokens, Gemini 3 Pro: 1M tokens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188720"/>
            <a:ext cx="5486400" cy="457200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325880"/>
            <a:ext cx="5120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333333"/>
                </a:solidFill>
                <a:latin typeface="Consolas"/>
              </a:defRPr>
            </a:pPr>
            <a:r>
              <a:t># Call 1:</a:t>
            </a:r>
            <a:br/>
            <a:r>
              <a:t>messages = [{"role":"user","content":"My name is Alice"}]</a:t>
            </a:r>
            <a:br/>
            <a:r>
              <a:t># → "Hi Alice!"</a:t>
            </a:r>
            <a:br/>
            <a:br/>
            <a:r>
              <a:t># Call 2 — send EVERYTHING again:</a:t>
            </a:r>
            <a:br/>
            <a:r>
              <a:t>messages = [</a:t>
            </a:r>
            <a:br/>
            <a:r>
              <a:t>  {"role":"user","content":"My name is Alice"},</a:t>
            </a:r>
            <a:br/>
            <a:r>
              <a:t>  {"role":"assistant","content":"Hi Alice!"},</a:t>
            </a:r>
            <a:br/>
            <a:r>
              <a:t>  {"role":"user","content":"What's my name?"}</a:t>
            </a:r>
            <a:br/>
            <a:r>
              <a:t>]</a:t>
            </a:r>
            <a:br/>
            <a:r>
              <a:t># → "Alice!" ✅</a:t>
            </a:r>
            <a:br/>
            <a:br/>
            <a:r>
              <a:t># Without history:</a:t>
            </a:r>
            <a:br/>
            <a:r>
              <a:t>messages = [{"role":"user","content":"What's my name?"}]</a:t>
            </a:r>
            <a:br/>
            <a:r>
              <a:t># → "I don't know" ❌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Streaming — Essential for User-Facing Apps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# OpenAI streaming</a:t>
            </a:r>
            <a:br/>
            <a:r>
              <a:t>stream = client.chat.completions.create(</a:t>
            </a:r>
            <a:br/>
            <a:r>
              <a:t>    model="gpt-5.2",</a:t>
            </a:r>
            <a:br/>
            <a:r>
              <a:t>    messages=[{"role": "user", "content": "Tell me a joke"}],</a:t>
            </a:r>
            <a:br/>
            <a:r>
              <a:t>    stream=True</a:t>
            </a:r>
            <a:br/>
            <a:r>
              <a:t>)</a:t>
            </a:r>
            <a:br/>
            <a:r>
              <a:t>for chunk in stream:</a:t>
            </a:r>
            <a:br/>
            <a:r>
              <a:t>    delta = chunk.choices[0].delta.content</a:t>
            </a:r>
            <a:br/>
            <a:r>
              <a:t>    if delta:</a:t>
            </a:r>
            <a:br/>
            <a:r>
              <a:t>        print(delta, end="", flush=True)</a:t>
            </a:r>
            <a:br/>
            <a:br/>
            <a:r>
              <a:t># Anthropic streaming</a:t>
            </a:r>
            <a:br/>
            <a:r>
              <a:t>with anthropic_client.messages.stream(</a:t>
            </a:r>
            <a:br/>
            <a:r>
              <a:t>    model="claude-sonnet-4-6-20250217",</a:t>
            </a:r>
            <a:br/>
            <a:r>
              <a:t>    max_tokens=200,</a:t>
            </a:r>
            <a:br/>
            <a:r>
              <a:t>    messages=[{"role": "user", "content": "Tell me a joke"}]</a:t>
            </a:r>
            <a:br/>
            <a:r>
              <a:t>) as stream:</a:t>
            </a:r>
            <a:br/>
            <a:r>
              <a:t>    for text in stream.text_stream:</a:t>
            </a:r>
            <a:br/>
            <a:r>
              <a:t>        print(text, end="", flush=True)</a:t>
            </a:r>
            <a:br/>
            <a:br/>
            <a:r>
              <a:t># Time-to-first-token: ~200ms vs waiting 2-5s for full response</a:t>
            </a:r>
            <a:br/>
            <a:r>
              <a:t># ALWAYS stream in user-facing applications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Error Handling &amp; Rate Limits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188720"/>
            <a:ext cx="10972800" cy="4754880"/>
          </a:xfrm>
          <a:prstGeom prst="roundRect">
            <a:avLst/>
          </a:prstGeom>
          <a:solidFill>
            <a:srgbClr val="F0F0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4241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333333"/>
                </a:solidFill>
                <a:latin typeface="Consolas"/>
              </a:defRPr>
            </a:pPr>
            <a:r>
              <a:t>from openai import OpenAI, RateLimitError, APIError</a:t>
            </a:r>
            <a:br/>
            <a:r>
              <a:t>import time</a:t>
            </a:r>
            <a:br/>
            <a:br/>
            <a:r>
              <a:t>def call_with_retry(messages, max_retries=3):</a:t>
            </a:r>
            <a:br/>
            <a:r>
              <a:t>    for attempt in range(max_retries):</a:t>
            </a:r>
            <a:br/>
            <a:r>
              <a:t>        try:</a:t>
            </a:r>
            <a:br/>
            <a:r>
              <a:t>            return client.chat.completions.create(</a:t>
            </a:r>
            <a:br/>
            <a:r>
              <a:t>                model="gpt-5.2", messages=messages</a:t>
            </a:r>
            <a:br/>
            <a:r>
              <a:t>            )</a:t>
            </a:r>
            <a:br/>
            <a:r>
              <a:t>        except RateLimitError:</a:t>
            </a:r>
            <a:br/>
            <a:r>
              <a:t>            wait = 2 ** attempt  # exponential backoff: 1s, 2s, 4s</a:t>
            </a:r>
            <a:br/>
            <a:r>
              <a:t>            time.sleep(wait)</a:t>
            </a:r>
            <a:br/>
            <a:r>
              <a:t>        except APIError as e:</a:t>
            </a:r>
            <a:br/>
            <a:r>
              <a:t>            print(f"API error: {e}")</a:t>
            </a:r>
            <a:br/>
            <a:r>
              <a:t>            raise</a:t>
            </a:r>
            <a:br/>
            <a:r>
              <a:t>    raise Exception("Max retries exceeded")</a:t>
            </a:r>
            <a:br/>
            <a:br/>
            <a:r>
              <a:t>Common HTTP errors:</a:t>
            </a:r>
            <a:br/>
            <a:r>
              <a:t>  401 — Bad API key      429 — Rate limited</a:t>
            </a:r>
            <a:br/>
            <a:r>
              <a:t>  500 — Provider down    529 — Overloaded (Anthropic)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Hands-On: Multi-Provider Chat 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Accept user input in a loop with conversation history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Support OpenAI (GPT-5.2), Anthropic (Claude Sonnet 4.6), Google (Gemini 3 Pro)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Switch providers with /openai, /anthropic, /google commands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Key insight: conversation history = the messages array you manage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📝 Time: 20 minutes — starter code: session-1/code/chat_script.py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96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1B2A4A"/>
                </a:solidFill>
              </a:defRPr>
            </a:pPr>
            <a:r>
              <a:t>Session 1 Recap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6 providers, no single winner — GPT-5.2, Claude Opus 4.6, Gemini 3 Pro lead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Model types: chat, reasoning (o3/o4-mini), embedding, specialized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Open source: Llama 4, DeepSeek V4, Mistral — self-host with Ollama/vLLM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APIs: same concept, different shapes — always stream for UX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✅ History is YOUR responsibility — API is stateless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Next → Session 2: Prompt engineering, structured output, multimodal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