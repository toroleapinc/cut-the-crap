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Today: cost optimization, production patterns, coding tools, OpenClaw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 routing can cut costs 10x with no quality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Combine strategies. Start with routing, it has the biggest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LiteLLM: same code, swap between OpenAI/Anthropic/Google.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AI is 20% prompt engineering, 80%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winner. Use multiple tools for different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regulated industries: self-host or use enterprise API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OpenClaw is the swiss army knife. Use any model, any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OpenClaw's flexibility is its key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build and publish a simple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now have the complete map. Go build amazing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 min. Capstone project bringing everything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Session 8: Production, Dev Tools</a:t>
            </a:r>
            <a:br/>
            <a:r>
              <a:t>&amp;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96D6"/>
                </a:solidFill>
              </a:defRPr>
            </a:pPr>
            <a:r>
              <a:t>Cut the Crap — AI Engineer Edition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7432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Cost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Routing — The Smart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Don't use one model for everything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Route: GPT-4.1-nano (simple) → GPT-4.1 (medium) → GPT-5.2 (hard)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Classifier: use a cheap model to decide which model to use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Caching: identical prompts → cached response (saves 100%)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Batching: OpenAI Batch API — 50% discount, 24hr turnaround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Result: 80% of requests handled by cheapest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Cost Optimization Strategies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Model routing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5-10x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Prompt caching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Up to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Only identical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Batch 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24hr latency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Shorter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2-5x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Prompt engineering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Smaller context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2-10x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May miss information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Open-source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10-100x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Self-hosting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 Gateways &amp; Production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Gateways / Routers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LiteLLM: unified API for 100+ LLM providers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Portkey: gateway with caching, retries, fallbacks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OpenRouter: single API, automatic model routing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Benefits: vendor flexibility, fallbacks, unified logging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Your code calls one API → gateway routes to best provider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Essential for production: never depend on one provider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Rate limiting: respect provider limits, implement backoff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Retries: exponential backoff with jitter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Streaming: SSE for real-time responses (better UX)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Error handling: timeout, rate limit, content filter, model down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Logging: every request/response for debugging and compliance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Health checks: monitor API status, switch providers if 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Coding Tools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Coding Tools Compared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39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Terminal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OAuth (primary), API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Complex refactors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GPT-5.2-Codex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Web/API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API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Autonomous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IDE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Subscription / API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Daily coding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IDE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Inline suggestions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Chat / CLI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OAuth or API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Multi-model workflows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Privacy &amp; Enterprise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Where does your code go? Read the data policies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OpenAI API: data NOT used for training (by default)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Anthropic API: data NOT used for training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Self-hosted models: complete data control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Enterprise tiers: SOC 2, HIPAA, data residency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OpenClaw: local-first, your data stays on your machine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OpenClaw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OpenClaw — Your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Open-source AI assistant platform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Accepts BOTH OAuth and API keys for all providers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Model-agnostic: OpenAI, Anthropic, Google, local models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Skills: modular tool packages (MCP-based)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Agents: customizable AI agents with memory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ClawHub: marketplace for community skills &amp;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OpenClaw Auth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OAuth: link → authorize → paste code. Uses existing subscription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API Key: paste your key. Pay per token as usual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Switch providers anytime — not locked in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Same skills work regardless of auth method or provider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Team features: shared skills, agent configs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Self-hosted: full control over data and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Building an OpenClaw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Skills = MCP servers packaged for OpenClaw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Define tools with schemas (same as function calling)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Package with metadata for ClawHub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Publish to ClawHub for community use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Can wrap any API, database, or service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File: openclaw_skill/ directory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AI Engineer Toolkit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Models: GPT-5.2, Opus 4.6, Gemini 2.5 Pro, DeepSeek V4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Frameworks: LangGraph, OpenAI Agents SDK, CrewAI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Data: RAG + ChromaDB/Pinecone, embeddings, fine-tuning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Observability: Langfuse, LangSmith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Security: guardrails, prompt injection defense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Tools: Claude Code, Cursor, OpenClaw, MCP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Hands-On: Build Your Own OpenClaw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Goal: create a custom OpenClaw skill from scratch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Pick a useful API to wrap (weather, news, etc.)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Implement as MCP server with proper schemas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Test locally with OpenClaw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Package for ClawHub distribution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Directory: openclaw_skill/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Series Complete! 🎉</a:t>
            </a:r>
          </a:p>
          <a:p>
            <a:pPr algn="ctr">
              <a:defRPr sz="2200">
                <a:solidFill>
                  <a:srgbClr val="0096D6"/>
                </a:solidFill>
              </a:defRPr>
            </a:pPr>
            <a:r>
              <a:t>8 sessions × hands-on skills = AI Engineer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