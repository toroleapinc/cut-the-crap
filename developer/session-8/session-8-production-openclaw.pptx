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Session 8. Cost optimization, gateways, coding tools, and building 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optimization is critical for production. Model routing is the biggest lever.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200x cost difference between nano and GPT-5.2. Most queries don't need the flagship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cost levers. Caching saves on repeated patterns. Batching saves on non-urgent workloads.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Gateways abstract provider differences. Essential for production with multiple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 checklist. These are the things that bite you after demo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tool has a different sweet spot. Claude Code for terminal work. Cursor for IDE. Codex for async bulk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OpenClaw overview. Emphasize the dual auth model — OAuth for convenience, API key for custom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Skills are the extension mechanism. Show the skill.json + index.js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skill.json defines what the skill can do. Same JSON Schema format as function calling.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implementations are async functions. Receive arguments, return results. The AI handles the 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 exercise. Students build and test their own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complete picture. Students now have exposure to every layer of the AI engineering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next steps. Encourage students to build something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recap of the entire course. Thank the students. Q&amp;A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Production, Dev Tools</a:t>
            </a:r>
            <a:br/>
            <a:r>
              <a:t>&amp; OpenClaw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96D6"/>
                </a:solidFill>
              </a:defRPr>
            </a:pPr>
            <a:r>
              <a:t>Cost optimization, gateways, coding tools, and building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8899BB"/>
                </a:solidFill>
              </a:defRPr>
            </a:pPr>
            <a:r>
              <a:t>Session 8 of 8  •  Cut the Crap — AI Engineer Edition  •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Cost Optimization — Model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Not every query needs the strongest model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Route by complexity: simple → GPT-4.1-nano, complex → GPT-5.2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Tiered routing: nano → mini → GPT-4.1 → GPT-5.2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Classifier-based: use a cheap model to decide which model to use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Impact: 60-80% cost reduction with &lt;5% quality drop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Example: DeepSeek V4 at $0.14/1M for bulk processing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Model Routing — Cost Impact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7286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Query 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Cost/1M tokens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Quality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Simple 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GPT-4.1-nano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$0.10 / $0.40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Good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General tasks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GPT-4.1-mini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$0.40 / $1.60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Very Good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Complex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GPT-4.1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$2.00 / $8.00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Excellent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Hard reasoning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GPT-5.2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$20 / $60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Best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Bulk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DeepSeek 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$0.14 / $0.14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Good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Caching &amp; Batching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Prompt caching: cache system prompts and common prefixes</a:t>
            </a:r>
          </a:p>
          <a:p>
            <a:pPr lvl="1">
              <a:spcBef>
                <a:spcPts val="400"/>
              </a:spcBef>
              <a:spcAft>
                <a:spcPts val="800"/>
              </a:spcAft>
              <a:defRPr sz="1800">
                <a:solidFill>
                  <a:srgbClr val="666666"/>
                </a:solidFill>
              </a:defRPr>
            </a:pPr>
            <a:r>
              <a:t>OpenAI: automatic for prompts &gt;1024 tokens (50% discount)</a:t>
            </a:r>
          </a:p>
          <a:p>
            <a:pPr lvl="1">
              <a:spcBef>
                <a:spcPts val="400"/>
              </a:spcBef>
              <a:spcAft>
                <a:spcPts val="800"/>
              </a:spcAft>
              <a:defRPr sz="1800">
                <a:solidFill>
                  <a:srgbClr val="666666"/>
                </a:solidFill>
              </a:defRPr>
            </a:pPr>
            <a:r>
              <a:t>Anthropic: explicit cache_control blocks (90% discount)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Semantic caching: cache responses for similar queries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Batching API: OpenAI batch endpoint — 50% cost reduction</a:t>
            </a:r>
          </a:p>
          <a:p>
            <a:pPr lvl="1">
              <a:spcBef>
                <a:spcPts val="400"/>
              </a:spcBef>
              <a:spcAft>
                <a:spcPts val="800"/>
              </a:spcAft>
              <a:defRPr sz="1800">
                <a:solidFill>
                  <a:srgbClr val="666666"/>
                </a:solidFill>
              </a:defRPr>
            </a:pPr>
            <a:r>
              <a:t>Submit JSONL file, get results in ~24 hours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Combine routing + caching + batching for maximum savings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AI Gateways &amp; Routers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LiteLLM: unified API for 100+ models, load balancing, fallbacks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Portkey: production gateway with caching, routing, guardrails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OpenRouter: single API key for many providers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Why: provider failover, cost tracking, rate limit management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Pattern: your app → gateway → provider (transparent proxy)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Self-host or use managed service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Production Concerns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Rate limits: implement exponential backoff + retry logic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Streaming: essential for any user-facing application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Error handling: timeouts, token limits, content filtering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Logging: trace every request for debugging and compliance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Privacy: where does your data go? Check provider DPAs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Latency: p50 vs p99 — measure and set SLOs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Coding Tools Comparison — February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72865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Claude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Terminal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Sonnet 4.6 / Opus 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Pair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OAuth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GPT-5.2-Codex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Cloud agent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GPT-5.2-Codex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Bulk refactors, async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API key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Cursor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IDE (VS Code fork)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Multi-model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Editor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Subscription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GitHub Copilot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IDE extension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Multi-model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Inline completions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Subscription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OpenClaw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Agent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Multi-model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Skills + automation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OAuth / API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OpenClaw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AI agent platform: chat, tools, skills, automation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Supports multiple providers: OpenAI, Anthropic, Google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Authentication: OAuth (existing sub) OR API key — your choice</a:t>
            </a:r>
          </a:p>
          <a:p>
            <a:pPr lvl="1">
              <a:spcBef>
                <a:spcPts val="400"/>
              </a:spcBef>
              <a:spcAft>
                <a:spcPts val="800"/>
              </a:spcAft>
              <a:defRPr sz="1800">
                <a:solidFill>
                  <a:srgbClr val="666666"/>
                </a:solidFill>
              </a:defRPr>
            </a:pPr>
            <a:r>
              <a:t>OAuth: openclaw setup → authorize in browser → paste code</a:t>
            </a:r>
          </a:p>
          <a:p>
            <a:pPr lvl="1">
              <a:spcBef>
                <a:spcPts val="400"/>
              </a:spcBef>
              <a:spcAft>
                <a:spcPts val="800"/>
              </a:spcAft>
              <a:defRPr sz="1800">
                <a:solidFill>
                  <a:srgbClr val="666666"/>
                </a:solidFill>
              </a:defRPr>
            </a:pPr>
            <a:r>
              <a:t>API key: openclaw setup → enter key → pay per token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Skills: extend OpenClaw with custom tools (JS or Python)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ClawHub: marketplace for sharing skills with the community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OpenClaw Skills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Skill = package of tools the AI agent can use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skill.json: metadata, tool definitions (JSON Schema)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index.js: tool implementations + lifecycle hooks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onLoad(): initialize state, load config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Tools are called by the AI automatically based on user intent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Install: openclaw skill install &lt;name&gt; from ClawHub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skill.json — Tool Definitions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{</a:t>
            </a:r>
            <a:br/>
            <a:r>
              <a:t>  "name": "code-snippets",</a:t>
            </a:r>
            <a:br/>
            <a:r>
              <a:t>  "version": "1.0.0",</a:t>
            </a:r>
            <a:br/>
            <a:r>
              <a:t>  "description": "Save &amp; search code snippets",</a:t>
            </a:r>
            <a:br/>
            <a:r>
              <a:t>  "main": "index.js",</a:t>
            </a:r>
            <a:br/>
            <a:r>
              <a:t>  "tools": [{</a:t>
            </a:r>
            <a:br/>
            <a:r>
              <a:t>    "name": "save_snippet",</a:t>
            </a:r>
            <a:br/>
            <a:r>
              <a:t>    "description": "Save a code snippet with title and language",</a:t>
            </a:r>
            <a:br/>
            <a:r>
              <a:t>    "parameters": {</a:t>
            </a:r>
            <a:br/>
            <a:r>
              <a:t>      "type": "object",</a:t>
            </a:r>
            <a:br/>
            <a:r>
              <a:t>      "properties": {</a:t>
            </a:r>
            <a:br/>
            <a:r>
              <a:t>        "title": {"type": "string", "description": "Snippet title"},</a:t>
            </a:r>
            <a:br/>
            <a:r>
              <a:t>        "code": {"type": "string", "description": "The code"},</a:t>
            </a:r>
            <a:br/>
            <a:r>
              <a:t>        "language": {"type": "string", "description": "Language"}</a:t>
            </a:r>
            <a:br/>
            <a:r>
              <a:t>      },</a:t>
            </a:r>
            <a:br/>
            <a:r>
              <a:t>      "required": ["title", "code", "language"]</a:t>
            </a:r>
            <a:br/>
            <a:r>
              <a:t>    }</a:t>
            </a:r>
            <a:br/>
            <a:r>
              <a:t>  }]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index.js — Tool Implementation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javascript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module.exports = {</a:t>
            </a:r>
            <a:br/>
            <a:r>
              <a:t>  async onLoad(context) {</a:t>
            </a:r>
            <a:br/>
            <a:r>
              <a:t>    // Initialize state, load config</a:t>
            </a:r>
            <a:br/>
            <a:r>
              <a:t>    loadSnippets();</a:t>
            </a:r>
            <a:br/>
            <a:r>
              <a:t>    console.log("✅ Code Snippets skill loaded");</a:t>
            </a:r>
            <a:br/>
            <a:r>
              <a:t>  },</a:t>
            </a:r>
            <a:br/>
            <a:br/>
            <a:r>
              <a:t>  tools: {</a:t>
            </a:r>
            <a:br/>
            <a:r>
              <a:t>    async save_snippet({ title, code, language, tags = [] }) {</a:t>
            </a:r>
            <a:br/>
            <a:r>
              <a:t>      const id = crypto.randomBytes(4).toString("hex");</a:t>
            </a:r>
            <a:br/>
            <a:r>
              <a:t>      const snippet = { id, title, code, language, tags,</a:t>
            </a:r>
            <a:br/>
            <a:r>
              <a:t>                        createdAt: new Date().toISOString() };</a:t>
            </a:r>
            <a:br/>
            <a:r>
              <a:t>      snippets.push(snippet);</a:t>
            </a:r>
            <a:br/>
            <a:r>
              <a:t>      saveSnippets();</a:t>
            </a:r>
            <a:br/>
            <a:r>
              <a:t>      return { message: "Snippet saved!", id, title };</a:t>
            </a:r>
            <a:br/>
            <a:r>
              <a:t>    },</a:t>
            </a:r>
            <a:br/>
            <a:br/>
            <a:r>
              <a:t>    async search_snippets({ query, language }) {</a:t>
            </a:r>
            <a:br/>
            <a:r>
              <a:t>      let results = snippets.filter(s =&gt;</a:t>
            </a:r>
            <a:br/>
            <a:r>
              <a:t>        s.title.includes(query) || s.code.includes(query));</a:t>
            </a:r>
            <a:br/>
            <a:r>
              <a:t>      return { results };</a:t>
            </a:r>
            <a:br/>
            <a:r>
              <a:t>    },</a:t>
            </a:r>
            <a:br/>
            <a:r>
              <a:t>  },</a:t>
            </a:r>
            <a:br/>
            <a:r>
              <a:t>};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Building &amp; Publishing Your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1. Create skill directory: mkdir my-skill &amp;&amp; cd my-skill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2. Write skill.json (tool definitions) and index.js (logic)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3. Test locally: openclaw skill test my-skill/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4. Install locally: openclaw skill install ./my-skill/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5. Publish: openclaw skill publish (to ClawHub)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Idea starters: bookmark manager, API tester, note taker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The AI Engineer Toolkit — Full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Models: GPT-5.2 / Opus 4.6 / Gemini 2.5 Pro (+ cheap alternatives)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Tools: MCP servers, function calling, Skills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Agents: LangGraph, OpenAI Agents SDK, CrewAI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Data: RAG (embeddings + vector DB) or long context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Ops: Langfuse tracing, LLM-as-judge evals, guardrails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Production: model routing, caching, gateways, error handling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What to Build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Start small: a tool-calling chatbot for a specific domain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Add RAG: give it access to your company's documentation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Add tracing: observe how users interact, find failure modes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Add evals: automated quality checks on every deployment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Publish: share your MCP server or OpenClaw skill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Keep learning: the field moves fast — follow changelogs!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Key Takeaways — Session 8 &amp; Full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Model routing + caching + batching = massive cost savings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Claude Code, Codex, Cursor — use the right tool for the job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OpenClaw: OAuth or API key, skills extend functionality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The AI engineer stack: models → tools → agents → data → ops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Start simple, add complexity only when needed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Thank you! Go build something amazing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