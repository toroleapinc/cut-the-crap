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GPT-5.2 at $20/$60 per 1M tokens. At 100K req/day you're looking at $480K/month. But most of that is waste — you don't need GPT-5.2 for every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routing is the single biggest cost optimization. Most requests don't need your most expensive model. Use a cheap classifier to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levels of caching. Exact match catches identical queries. Anthropic prompt caching saves 90% on repeated system prompts. Semantic cache catches similar-but-different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Batch API: submit file of requests, get results within 24h at 50% off. Perfect for nightly jobs, bulk processing, eval suites.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gateway sits between your code and providers. Why: unified API (same code for any model), fallbacks (auto-retry another provider), observability (one dashboard). LiteLLM is most popular 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Streaming, retries, timeouts — the three essentials for day one. OpenAI SDK has built-in retry + timeout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them all. Copilot for day-to-day autocomplete. Cursor or Claude Code for bigger tasks. Claude Code + Opus 4.6 = best coding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API ≠ consumer product for training. All major providers have SOC 2. For max privacy, self-host. Middle ground: Azure OpenAI / AWS Bedrock.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OpenClaw is the infrastructure layer. It handles LLM calls, tool routing, channels, and persistence. You extend it with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skill.json declares tools and config. index.js implements handlers. Three commands to publish to ClawHub. Python skills also supported.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from 8 sessions on one slide. Pick your path based on what you're building. You now know more about AI engineering than 95% of developers.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That's a wrap on Cut the Crap — AI Engineer Edition. 16 hours, from API calls to production-grade AI systems. Go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</a:defRPr>
            </a:pPr>
            <a:r>
              <a:t>SESSION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Production, Dev Tools &amp; OpenClaw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88AACC"/>
                </a:solidFill>
              </a:defRPr>
            </a:pPr>
            <a:r>
              <a:t>Cut the Crap — AI Engineer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Cost optimization: routing, caching, batching (60-80% savings)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AI gateways: LiteLLM, Portkey, OpenRouter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Production patterns: streaming, retries, error handling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Coding tools: Claude Code vs Cursor vs Copilot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OpenClaw deep dive + hands-on: build a skill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Cost at Scale — It Adds Up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Three levers: cheaper models where possible, cache repeated requests, batch non-urgent work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Usage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Input Tokens/day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Output Tokens/day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Monthly Cost (GPT-5.2)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1K req/day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~5M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~1M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~$4,800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10K req/day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~50M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~10M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~$48,000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100K req/day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~500M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~100M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~$480,000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Model Routing — 60-80% Cost Savings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0972800" cy="4754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  <a:latin typeface="Consolas"/>
              </a:defRPr>
            </a:pPr>
            <a:r>
              <a:t>def route_request(query: str) -&gt; str:</a:t>
            </a:r>
            <a:br/>
            <a:r>
              <a:t>    # Use a cheap model to classify complexity</a:t>
            </a:r>
            <a:br/>
            <a:r>
              <a:t>    classification = client.chat.completions.create(</a:t>
            </a:r>
            <a:br/>
            <a:r>
              <a:t>        model="gpt-4o",  # $2.50/$10 — cheap classifier</a:t>
            </a:r>
            <a:br/>
            <a:r>
              <a:t>        messages=[{"role":"user","content":f"Rate complexity: LOW/MEDIUM/HIGH\n{query}"}],</a:t>
            </a:r>
            <a:br/>
            <a:r>
              <a:t>        max_tokens=10, temperature=0</a:t>
            </a:r>
            <a:br/>
            <a:r>
              <a:t>    ).choices[0].message.content.strip()</a:t>
            </a:r>
            <a:br/>
            <a:r>
              <a:t>    </a:t>
            </a:r>
            <a:br/>
            <a:r>
              <a:t>    model_map = {</a:t>
            </a:r>
            <a:br/>
            <a:r>
              <a:t>        "LOW":    "gpt-4o",            # $2.50/$10 per 1M tokens</a:t>
            </a:r>
            <a:br/>
            <a:r>
              <a:t>        "MEDIUM": "claude-sonnet-4-6",  # $3/$15 per 1M tokens</a:t>
            </a:r>
            <a:br/>
            <a:r>
              <a:t>        "HIGH":   "gpt-5.2",           # $20/$60 per 1M tokens</a:t>
            </a:r>
            <a:br/>
            <a:r>
              <a:t>    }</a:t>
            </a:r>
            <a:br/>
            <a:r>
              <a:t>    </a:t>
            </a:r>
            <a:br/>
            <a:r>
              <a:t>    model = model_map.get(classification, "claude-sonnet-4-6")</a:t>
            </a:r>
            <a:br/>
            <a:r>
              <a:t>    response = client.chat.completions.create(</a:t>
            </a:r>
            <a:br/>
            <a:r>
              <a:t>        model=model, messages=[{"role":"user","content":query}])</a:t>
            </a:r>
            <a:br/>
            <a:r>
              <a:t>    return response.choices[0].message.content</a:t>
            </a:r>
            <a:br/>
            <a:br/>
            <a:r>
              <a:t># Real-world traffic split: ~70% LOW, ~25% MEDIUM, ~5% HIGH</a:t>
            </a:r>
            <a:br/>
            <a:r>
              <a:t># → 60-80% cost savings vs routing everything to GPT-5.2</a:t>
            </a:r>
            <a:br/>
            <a:r>
              <a:t># DeepSeek V4 at $0.14/1M is another option for LOW tier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Caching Strategies — 3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Exact match cache (Redis) — hash input, check cache first, simple but only catches identical queries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Anthropic prompt caching — cache long system prompts server-side, 90% cheaper on subsequent calls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Semantic cache — embed query, find similar past queries in vector DB (threshold 0.95)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Example: "PTO policy?" yesterday ≈ "how many vacation days?" today → cache hit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Claude Opus 4.5 at $5/$25 per 1M + caching = best price/performance in the market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Batching — 50% Discount for Non-Real-Time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0972800" cy="4754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  <a:latin typeface="Consolas"/>
              </a:defRPr>
            </a:pPr>
            <a:r>
              <a:t># OpenAI Batch API — results within 24h at 50% off</a:t>
            </a:r>
            <a:br/>
            <a:r>
              <a:t>requests = [{"custom_id": f"req-{i}", "method": "POST",</a:t>
            </a:r>
            <a:br/>
            <a:r>
              <a:t>    "url": "/v1/chat/completions",</a:t>
            </a:r>
            <a:br/>
            <a:r>
              <a:t>    "body": {"model":"gpt-5.2",</a:t>
            </a:r>
            <a:br/>
            <a:r>
              <a:t>        "messages":[{"role":"user","content":f"Summarize article {i}"}]}}</a:t>
            </a:r>
            <a:br/>
            <a:r>
              <a:t>    for i in range(1000)]</a:t>
            </a:r>
            <a:br/>
            <a:br/>
            <a:r>
              <a:t>with open("batch.jsonl", "w") as f:</a:t>
            </a:r>
            <a:br/>
            <a:r>
              <a:t>    for r in requests: f.write(json.dumps(r) + "\n")</a:t>
            </a:r>
            <a:br/>
            <a:br/>
            <a:r>
              <a:t>batch_file = client.files.create(file=open("batch.jsonl","rb"), purpose="batch")</a:t>
            </a:r>
            <a:br/>
            <a:r>
              <a:t>batch = client.batches.create(</a:t>
            </a:r>
            <a:br/>
            <a:r>
              <a:t>    input_file_id=batch_file.id,</a:t>
            </a:r>
            <a:br/>
            <a:r>
              <a:t>    endpoint="/v1/chat/completions",</a:t>
            </a:r>
            <a:br/>
            <a:r>
              <a:t>    completion_window="24h")  # 50% cheaper!</a:t>
            </a:r>
            <a:br/>
            <a:br/>
            <a:r>
              <a:t># Use cases: nightly reports, bulk classification, dataset labeling, eval suites</a:t>
            </a:r>
            <a:br/>
            <a:r>
              <a:t># Free money on the table for anything non-real-time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AI Gateways — Unified API + Fallbacks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0972800" cy="4754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  <a:latin typeface="Consolas"/>
              </a:defRPr>
            </a:pPr>
            <a:r>
              <a:t># LiteLLM — one interface, any provider</a:t>
            </a:r>
            <a:br/>
            <a:r>
              <a:t>from litellm import completion</a:t>
            </a:r>
            <a:br/>
            <a:br/>
            <a:r>
              <a:t>response = completion(model="gpt-5.2", messages=[...])           # OpenAI</a:t>
            </a:r>
            <a:br/>
            <a:r>
              <a:t>response = completion(model="claude-opus-4-6-20250205", messages=[...])  # Anthropic</a:t>
            </a:r>
            <a:br/>
            <a:r>
              <a:t>response = completion(model="gemini/gemini-3-pro", messages=[...])       # Google</a:t>
            </a:r>
            <a:br/>
            <a:r>
              <a:t>response = completion(model="ollama/llama4", messages=[...])             # Local</a:t>
            </a:r>
            <a:br/>
            <a:br/>
            <a:r>
              <a:t># Auto-fallback chain</a:t>
            </a:r>
            <a:br/>
            <a:r>
              <a:t>response = completion(</a:t>
            </a:r>
            <a:br/>
            <a:r>
              <a:t>    model="gpt-5.2", messages=[...],</a:t>
            </a:r>
            <a:br/>
            <a:r>
              <a:t>    fallbacks=["claude-sonnet-4-6-20250217", "gemini-3-pro"],</a:t>
            </a:r>
            <a:br/>
            <a:r>
              <a:t>    num_retries=2)</a:t>
            </a:r>
            <a:br/>
            <a:br/>
            <a:r>
              <a:t># Gateways: LiteLLM (OSS, unified API, 100+ models)</a:t>
            </a:r>
            <a:br/>
            <a:r>
              <a:t>#            Portkey (cloud, caching + analytics)</a:t>
            </a:r>
            <a:br/>
            <a:r>
              <a:t>#            OpenRouter (marketplace, pay-per-use any model)</a:t>
            </a:r>
            <a:br/>
            <a:r>
              <a:t># For production: a gateway is a must-have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Production Patterns — Day One Essentials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ALWAYS stream in user-facing apps — users wait 30s streaming, abandon after 5s spinner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Retries with exponential backoff: 1s → 2s → 4s — the SDKs have built-in support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Explicit timeouts (15-30s) — a hanging request is worse than a failed one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Return structured error results: {success, content, error, retry: bool}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Track usage in every response: input/output tokens for cost monitoring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Coding Tools — The New IDE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Claude Code paired with Claude Opus 4.6 is currently the best AI coding assistant. Use Copilot for autocomplete, Cursor/Claude Code for bigger tasks.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GitHub Copilot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Autocomplete + chat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In-editor line completion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$10-39/mo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Cursor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AI-native 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Full codebase understanding, multi-file edits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$20/mo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Claude Code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CLI agent (Anthropic)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Terminal-first, agentic coding, best with Opus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Usage-based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Windsurf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AI 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Similar to Cursor, Codeium-backed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$15/mo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Aider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CLI tool (OSS)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Git-integrated, model-agnostic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Privacy &amp; Enterprise — The Security Team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API usage is NOT used for training (all major providers) — consumer products ARE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All major providers: SOC 2 ✅, BAA on enterprise tiers, configurable data residency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Maximum privacy: self-host Llama 4 / DeepSeek V4 via Ollama or vLLM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Middle ground: Azure OpenAI or AWS Bedrock — frontier models in YOUR cloud tenant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Know these answers before your security review — saves weeks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OpenClaw — Open-Source AI Assistant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Agent = running OpenClaw instance with personality + capabilities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Skills = code-based plugins giving the agent new abilities (JS or Python)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ClawHub = marketplace to share and discover skills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MCP Integration = skills can expose or consume MCP servers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Multi-channel: Discord, Slack, Telegram, CLI, web — one agent, many interfaces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Building an OpenClaw Skill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0972800" cy="4754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  <a:latin typeface="Consolas"/>
              </a:defRPr>
            </a:pPr>
            <a:r>
              <a:t>// skill.json — manifest</a:t>
            </a:r>
            <a:br/>
            <a:r>
              <a:t>{"name": "weather-lookup", "version": "1.0.0",</a:t>
            </a:r>
            <a:br/>
            <a:r>
              <a:t> "description": "Get current weather for any city",</a:t>
            </a:r>
            <a:br/>
            <a:r>
              <a:t> "tools": [{"name": "get_weather", "description": "Get weather",</a:t>
            </a:r>
            <a:br/>
            <a:r>
              <a:t>     "parameters": {"type":"object",</a:t>
            </a:r>
            <a:br/>
            <a:r>
              <a:t>         "properties":{"city":{"type":"string"}}, "required":["city"]}}],</a:t>
            </a:r>
            <a:br/>
            <a:r>
              <a:t> "config": {"WEATHER_API_KEY": {"required": true, "secret": true}}}</a:t>
            </a:r>
            <a:br/>
            <a:br/>
            <a:r>
              <a:t>// index.js — implementation</a:t>
            </a:r>
            <a:br/>
            <a:r>
              <a:t>module.exports = {</a:t>
            </a:r>
            <a:br/>
            <a:r>
              <a:t>  tools: {</a:t>
            </a:r>
            <a:br/>
            <a:r>
              <a:t>    async get_weather({ city }, context) {</a:t>
            </a:r>
            <a:br/>
            <a:r>
              <a:t>      const resp = await axios.get(</a:t>
            </a:r>
            <a:br/>
            <a:r>
              <a:t>        `https://api.openweathermap.org/data/2.5/weather`,</a:t>
            </a:r>
            <a:br/>
            <a:r>
              <a:t>        { params: { q: city, appid: context.config.WEATHER_API_KEY, units: 'metric' }});</a:t>
            </a:r>
            <a:br/>
            <a:r>
              <a:t>      return { city: resp.data.name, temp: `${resp.data.main.temp}°C`,</a:t>
            </a:r>
            <a:br/>
            <a:r>
              <a:t>               condition: resp.data.weather[0].description };</a:t>
            </a:r>
            <a:br/>
            <a:r>
              <a:t>    }</a:t>
            </a:r>
            <a:br/>
            <a:r>
              <a:t>  }</a:t>
            </a:r>
            <a:br/>
            <a:r>
              <a:t>};</a:t>
            </a:r>
            <a:br/>
            <a:br/>
            <a:r>
              <a:t>// Publish: openclaw skill test ./my-skill → validate → publish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The AI Engineer Toolkit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MODELS: GPT-5.2, Claude Opus 4.6, Gemini 3 Pro, Llama 4, DeepSeek V4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DATA: RAG, Chroma/pgvector, embeddings, chunking strategies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AGENTS: LangGraph, Pydantic AI, ReAct loop, memory, human-in-the-loop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QUALITY: Langfuse/LangSmith tracing, LLM-as-judge evals, guardrails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PRODUCTION: LiteLLM gateway, model routing, caching, batching, streaming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PLATFORMS: OpenClaw + ClawHub, MCP, Claude Code, Cursor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What to Do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Pick a project — best way to learn is to build something real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Start simple: API call → tool use → RAG → agent (in that order, add complexity only when needed)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Add observability from day one — way harder to add later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Join communities: OpenClaw Discord, LangChain Discord, r/LocalLLaMA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Stay current — this field changes weekly, not monthly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Hands-On: Build an OpenClaw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Build a code snippet manager skill: save, search, and list snippets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Define tool schemas, implement handlers, add persistence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Test locally, validate, and publish to ClawHub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📝 Time: 30 minutes — code: session-8/code/openclaw_skill/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Course Complete — You Are an AI Engineer 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Session 1-2: Landscape, APIs, prompting, structured output, multimodal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Session 3-4: Tool use, function calling, MCP universal protocol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Session 5-6: Agentic AI, frameworks, RAG, data pipelines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Session 7-8: Observability, evals, security, production, OpenClaw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The field moves fast but fundamentals don't: good prompts, good data, good engineering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Go build something amazing.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