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Today: prompt engineering, JSON output, vision/audio/image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examples of good vs bad system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each technique. Show quality difference with/without.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Prompts are the new code. Version control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Structured output is what makes LLMs usable in real apps.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Pydantic model → guaranteed JSON matching schema. No parsing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Anthropic trick: force a tool call to get structured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send a screenshot, ask model to describe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 also use base64. Show both approaches.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demo of each if time permits.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 hands-on. Start with vision, add audio if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Session 2: Prompting, Structured Output</a:t>
            </a:r>
            <a:br/>
            <a:r>
              <a:t>&amp; Multimodal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0096D6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274320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Prompt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System Prompts — Setting the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System prompt = persistent instructions for the model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Define role, constraints, output format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OpenAI: messages[0] with role='system'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Anthropic: separate 'system' parameter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Google: system_instruction parameter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Keep focused: one clear role, explicit constraints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Prompting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Few-shot: give examples of desired input→output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Chain-of-thought: 'Think step by step'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Role prompting: 'You are a senior Python developer'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Decomposition: break complex tasks into subtasks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Negative prompting: 'Do NOT include...'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Structured instructions: numbered steps, XML tags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Prompt Engineering 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Be specific: 'Write 3 bullet points' not 'summarize'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delimiters: ```code```, &lt;context&gt;...&lt;/context&gt;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Specify output format explicitly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Iterate: prompt engineering is experimental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Test across models — prompts aren't portable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Document your prompts — they're code now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Structured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Structured Output?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LLMs output text — apps need data structures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JSON mode: ask nicely → usually get JSON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Structured Output: guaranteed schema compliance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Critical for: APIs, databases, UI rendering, pipelines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Three approaches: OpenAI native, Anthropic tool-use, Gemini schema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No more parsing regex nightmares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OpenAI Structured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from pydantic import BaseModel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from openai import OpenAI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class MovieReview(BaseModel):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title: str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rating: float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summary: str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recommend: bool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client = OpenAI()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completion = client.beta.chat.completions.parse(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model="gpt-4.1",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messages=[{"role": "user", "content": "Review: Inception"}],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response_format=MovieReview,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review = completion.choices[0].message.parsed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print(f"{review.title}: {review.rating}/10")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Anthropic Structured Output (Tool-Use Trick)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import anthropic, json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client = anthropic.Anthropic()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response = client.messages.create(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model="claude-sonnet-4-6-20260220",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max_tokens=1024,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tools=[{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"name": "format_review",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"description": "Format a movie review",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"input_schema":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"type": "object",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"properties":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    "title": {"type": "string"},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    "rating": {"type": "number"},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    "summary": {"type": "string"},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"required": ["title", "rating", "summary"]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}],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tool_choice={"type": "tool", "name": "format_review"},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messages=[{"role": "user", "content": "Review: Inception"}],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data = response.content[0].input  # structured dict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Multimodal APIs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Vision APIs — See the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GPT-4.1, Sonnet 4.6, Gemini 2.5 Pro all accept images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Send image as base64 or URL in the message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cases: OCR, diagram analysis, UI review,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Gemini 2.5 Pro: also accepts video natively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Cost: images use tokens based on resolution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Pro tip: resize images to save tokens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Vision API Example (OpenAI)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response = client.chat.completions.create(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model="gpt-4.1",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messages=[{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"role": "user",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"content": [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{"type": "text", "text": "What's in this image?"},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{"type": "image_url", "image_url":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    "url": "https://example.com/photo.jpg"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    }}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}]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print(response.choices[0].message.content)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Audio &amp; Image Generation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Whisper: speech-to-text (fast, accurate, cheap)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gpt-audio-1.5: text-to-speech &amp; audio understanding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gpt-realtime-1.5: live voice conversations (WebSocket)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GPT Image 1.5: text-to-image generation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Sora 2: text-to-video generation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All accessible via API with same auth pattern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Hands-On: Build a Multimodal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Goal: app that accepts text, image, or audio input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GPT-4.1 for vision, Whisper for audio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Structured output for consistent response format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Combine prompting techniques from earlier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File: multimodal_app.py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Stretch: add image generation with GPT Image 1.5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Session 2 Complete</a:t>
            </a:r>
          </a:p>
          <a:p>
            <a:pPr algn="ctr">
              <a:defRPr sz="2200">
                <a:solidFill>
                  <a:srgbClr val="0096D6"/>
                </a:solidFill>
              </a:defRPr>
            </a:pPr>
            <a:r>
              <a:t>Next: Tool Use &amp; Custom Assistants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