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System prompt sets persona, constraints, output format. Three providers, three places to put it. Be specific: don't say 'be helpful', say 'You are a senior Python developer. Answer only with code.'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Being specific is obvious but most people don't do it. Few-shot examples are incredibly powerful. Chain-of-thought works. Negative constraints — what NOT to do — often more effective than 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 stacking gives multiple perspectives from one call. XML tags are particularly effective with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LLMs output text. You need data. This is a solved problem in 2026 but you must use the right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a Pydantic model, pass as response_format, get parsed Python objects back. Guaranteed schema match via constrained decoding.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Anthropic: use tool use trick with tool_choice to force schema. Google: response_mime_type + response_schema. Pydantic is the universal schema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Enums for fixed sets, Field descriptions to guide the model, Optional for conditional fields, nested models for complex structures. Works with all providers.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three support vision. Google Gemini 3 Pro is natively multimodal — handles text+image+audio+video in one call. Use for: screenshots, document extraction, chart reading, content moderation.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Audio is two-way: Whisper transcribes, TTS generates. Gemini handles audio natively. Image gen: DALL-E 3 or Imagen 3. Anthropic focuses on text/analysis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Combines multimodal input, structured output, and comparing providers.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</a:defRPr>
            </a:pPr>
            <a:r>
              <a:t>SESSION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Prompting, Structured Output &amp; Multimodal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8AACC"/>
                </a:solidFill>
              </a:defRPr>
            </a:pPr>
            <a:r>
              <a:t>Cut the Crap — AI Engineer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DDEE"/>
                </a:solidFill>
              </a:defRPr>
            </a:pPr>
            <a:r>
              <a:t>▸ Prompt engineering that works in production</a:t>
            </a:r>
          </a:p>
          <a:p>
            <a:pPr>
              <a:spcAft>
                <a:spcPts val="600"/>
              </a:spcAft>
              <a:defRPr sz="1600">
                <a:solidFill>
                  <a:srgbClr val="CCDDEE"/>
                </a:solidFill>
              </a:defRPr>
            </a:pPr>
            <a:r>
              <a:t>▸ Getting reliable JSON from LLMs (Pydantic everywhere)</a:t>
            </a:r>
          </a:p>
          <a:p>
            <a:pPr>
              <a:spcAft>
                <a:spcPts val="600"/>
              </a:spcAft>
              <a:defRPr sz="1600">
                <a:solidFill>
                  <a:srgbClr val="CCDDEE"/>
                </a:solidFill>
              </a:defRPr>
            </a:pPr>
            <a:r>
              <a:t>▸ Multimodal: vision, audio, image generation</a:t>
            </a:r>
          </a:p>
          <a:p>
            <a:pPr>
              <a:spcAft>
                <a:spcPts val="600"/>
              </a:spcAft>
              <a:defRPr sz="1600">
                <a:solidFill>
                  <a:srgbClr val="CCDDEE"/>
                </a:solidFill>
              </a:defRPr>
            </a:pPr>
            <a:r>
              <a:t>▸ Hands-on: build a multimodal analysis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System Prompts — Your Most Powerful Tool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0972800" cy="47548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# OpenAI — system prompt in messages array</a:t>
            </a:r>
            <a:br/>
            <a:r>
              <a:t>messages = [</a:t>
            </a:r>
            <a:br/>
            <a:r>
              <a:t>    {"role": "system", "content": "You are a senior Python dev. Code only. No explanations."},</a:t>
            </a:r>
            <a:br/>
            <a:r>
              <a:t>    {"role": "user", "content": "Parse this CSV and find duplicates"}</a:t>
            </a:r>
            <a:br/>
            <a:r>
              <a:t>]</a:t>
            </a:r>
            <a:br/>
            <a:br/>
            <a:r>
              <a:t># Anthropic — system as separate parameter</a:t>
            </a:r>
            <a:br/>
            <a:r>
              <a:t>response = client.messages.create(</a:t>
            </a:r>
            <a:br/>
            <a:r>
              <a:t>    model="claude-sonnet-4-6-20250217",</a:t>
            </a:r>
            <a:br/>
            <a:r>
              <a:t>    system="You are a senior Python dev. Code only. No explanations.",</a:t>
            </a:r>
            <a:br/>
            <a:r>
              <a:t>    max_tokens=2048,</a:t>
            </a:r>
            <a:br/>
            <a:r>
              <a:t>    messages=[{"role": "user", "content": "Parse CSV, find duplicates"}]</a:t>
            </a:r>
            <a:br/>
            <a:r>
              <a:t>)</a:t>
            </a:r>
            <a:br/>
            <a:br/>
            <a:r>
              <a:t># Google — system_instruction parameter</a:t>
            </a:r>
            <a:br/>
            <a:r>
              <a:t>response = client.models.generate_content(</a:t>
            </a:r>
            <a:br/>
            <a:r>
              <a:t>    model="gemini-3-pro",</a:t>
            </a:r>
            <a:br/>
            <a:r>
              <a:t>    config={"system_instruction": "You are a senior Python dev. Code only."},</a:t>
            </a:r>
            <a:br/>
            <a:r>
              <a:t>    contents="Parse this CSV and find duplicates"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5 Prompt Techniques That Cover 90% of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BE SPECIFIC — ❌ "Summarize this" → ✅ "3 bullets, max 20 words each, action items only"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FEW-SHOT EXAMPLES — Show 2-3 input→output examples, then the real input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CHAIN-OF-THOUGHT — "Think step by step" measurably improves reasoning accuracy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4. OUTPUT FORMAT — "Respond in this exact JSON: {summary, score}" prevents markdown wrapping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5. NEGATIVE CONSTRAINTS — "Do NOT include disclaimers" is often more effective than positive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Advanced Prompting — Role Stacking &amp; XML Tags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Role stacking: define multiple expert perspectives in one prompt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Structured reasoning: &lt;analysis&gt; for thinking, &lt;answer&gt; for output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XML tags work great with Claude, good with all models — clear delimiters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Separate code, context, and instructions with distinct tags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486400" cy="4572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system = """You are three experts debating:</a:t>
            </a:r>
            <a:br/>
            <a:r>
              <a:t>1. Security engineer — focused on risks</a:t>
            </a:r>
            <a:br/>
            <a:r>
              <a:t>2. Product manager — focused on UX</a:t>
            </a:r>
            <a:br/>
            <a:r>
              <a:t>3. Performance engineer — focused on speed</a:t>
            </a:r>
            <a:br/>
            <a:r>
              <a:t>Give all three perspectives, then recommend."""</a:t>
            </a:r>
            <a:br/>
            <a:br/>
            <a:r>
              <a:t>user = """Analyze this code:</a:t>
            </a:r>
            <a:br/>
            <a:r>
              <a:t>&lt;code&gt;{code_here}&lt;/code&gt;</a:t>
            </a:r>
            <a:br/>
            <a:r>
              <a:t>&lt;context&gt;Production, 10K req/s&lt;/context&gt;"""</a:t>
            </a:r>
            <a:br/>
            <a:br/>
            <a:r>
              <a:t># Structured reasoning template</a:t>
            </a:r>
            <a:br/>
            <a:r>
              <a:t>system = """For each question:</a:t>
            </a:r>
            <a:br/>
            <a:r>
              <a:t>&lt;analysis&gt;[step-by-step reasoning]&lt;/analysis&gt;</a:t>
            </a:r>
            <a:br/>
            <a:r>
              <a:t>&lt;answer&gt;[concise final answer]&lt;/answer&gt;"""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Structured Output —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You want: {"name": "Alice", "age": 30} — clean JSON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You get: "Here's the JSON:\n```json\n{...}" — wrapped in markdown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Or worse: wrong types, missing fields, prose instead of data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Solutions ranked: prompt alone (unreliable) → JSON mode → response_format → tool use (most reliable)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OpenAI Structured Output — Cleanest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0972800" cy="47548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from pydantic import BaseModel</a:t>
            </a:r>
            <a:br/>
            <a:r>
              <a:t>from openai import OpenAI</a:t>
            </a:r>
            <a:br/>
            <a:br/>
            <a:r>
              <a:t>class UserProfile(BaseModel):</a:t>
            </a:r>
            <a:br/>
            <a:r>
              <a:t>    name: str</a:t>
            </a:r>
            <a:br/>
            <a:r>
              <a:t>    age: int</a:t>
            </a:r>
            <a:br/>
            <a:r>
              <a:t>    skills: list[str]</a:t>
            </a:r>
            <a:br/>
            <a:r>
              <a:t>    experience_years: float</a:t>
            </a:r>
            <a:br/>
            <a:r>
              <a:t>    is_employed: bool</a:t>
            </a:r>
            <a:br/>
            <a:br/>
            <a:r>
              <a:t>client = OpenAI()</a:t>
            </a:r>
            <a:br/>
            <a:r>
              <a:t>response = client.beta.chat.completions.parse(</a:t>
            </a:r>
            <a:br/>
            <a:r>
              <a:t>    model="gpt-5.2",</a:t>
            </a:r>
            <a:br/>
            <a:r>
              <a:t>    messages=[</a:t>
            </a:r>
            <a:br/>
            <a:r>
              <a:t>        {"role": "system", "content": "Extract user profile from text."},</a:t>
            </a:r>
            <a:br/>
            <a:r>
              <a:t>        {"role": "user", "content": "Alice is 30, knows Python and SQL, "</a:t>
            </a:r>
            <a:br/>
            <a:r>
              <a:t>         "8.5 years experience, works at Acme Corp."}</a:t>
            </a:r>
            <a:br/>
            <a:r>
              <a:t>    ],</a:t>
            </a:r>
            <a:br/>
            <a:r>
              <a:t>    response_format=UserProfile,  # ← Pydantic model!</a:t>
            </a:r>
            <a:br/>
            <a:r>
              <a:t>)</a:t>
            </a:r>
            <a:br/>
            <a:br/>
            <a:r>
              <a:t>profile = response.choices[0].message.parsed  # Already a Python object!</a:t>
            </a:r>
            <a:br/>
            <a:r>
              <a:t>print(profile.name)        # "Alice"</a:t>
            </a:r>
            <a:br/>
            <a:r>
              <a:t>print(profile.skills)      # ["Python", "SQL"]</a:t>
            </a:r>
            <a:br/>
            <a:r>
              <a:t>print(profile.is_employed)  # True</a:t>
            </a:r>
            <a:br/>
            <a:r>
              <a:t># Uses constrained decoding — model CANNOT produce invalid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Anthropic &amp; Google Structured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0972800" cy="47548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# ANTHROPIC — use tool use as structured output trick</a:t>
            </a:r>
            <a:br/>
            <a:r>
              <a:t>response = client.messages.create(</a:t>
            </a:r>
            <a:br/>
            <a:r>
              <a:t>    model="claude-sonnet-4-6-20250217",</a:t>
            </a:r>
            <a:br/>
            <a:r>
              <a:t>    max_tokens=1024,</a:t>
            </a:r>
            <a:br/>
            <a:r>
              <a:t>    tools=[{</a:t>
            </a:r>
            <a:br/>
            <a:r>
              <a:t>        "name": "extract_profile",</a:t>
            </a:r>
            <a:br/>
            <a:r>
              <a:t>        "description": "Extract user profile from text",</a:t>
            </a:r>
            <a:br/>
            <a:r>
              <a:t>        "input_schema": UserProfile.model_json_schema(),</a:t>
            </a:r>
            <a:br/>
            <a:r>
              <a:t>    }],</a:t>
            </a:r>
            <a:br/>
            <a:r>
              <a:t>    tool_choice={"type": "tool", "name": "extract_profile"},</a:t>
            </a:r>
            <a:br/>
            <a:r>
              <a:t>    messages=[{"role": "user", "content": "Alice is 30, knows Python..."}]</a:t>
            </a:r>
            <a:br/>
            <a:r>
              <a:t>)</a:t>
            </a:r>
            <a:br/>
            <a:r>
              <a:t>data = response.content[0].input  # dict matching schema</a:t>
            </a:r>
            <a:br/>
            <a:r>
              <a:t>profile = UserProfile(**data)</a:t>
            </a:r>
            <a:br/>
            <a:br/>
            <a:r>
              <a:t># GOOGLE — response_mime_type + response_schema</a:t>
            </a:r>
            <a:br/>
            <a:r>
              <a:t>response = google_client.models.generate_content(</a:t>
            </a:r>
            <a:br/>
            <a:r>
              <a:t>    model="gemini-3-pro",</a:t>
            </a:r>
            <a:br/>
            <a:r>
              <a:t>    contents="Alice is 30, knows Python...",</a:t>
            </a:r>
            <a:br/>
            <a:r>
              <a:t>    config={</a:t>
            </a:r>
            <a:br/>
            <a:r>
              <a:t>        "response_mime_type": "application/json",</a:t>
            </a:r>
            <a:br/>
            <a:r>
              <a:t>        "response_schema": UserProfile,</a:t>
            </a:r>
            <a:br/>
            <a:r>
              <a:t>    }</a:t>
            </a:r>
            <a:br/>
            <a:r>
              <a:t>)</a:t>
            </a:r>
            <a:br/>
            <a:r>
              <a:t>profile = UserProfile(**json.loads(response.text))</a:t>
            </a:r>
            <a:br/>
            <a:br/>
            <a:r>
              <a:t># KEY: Use Pydantic models everywhere — they work with all 3 providers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Production Pydantic Schema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0972800" cy="47548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from pydantic import BaseModel, Field</a:t>
            </a:r>
            <a:br/>
            <a:r>
              <a:t>from enum import Enum</a:t>
            </a:r>
            <a:br/>
            <a:r>
              <a:t>from typing import Optional</a:t>
            </a:r>
            <a:br/>
            <a:br/>
            <a:r>
              <a:t>class Sentiment(str, Enum):</a:t>
            </a:r>
            <a:br/>
            <a:r>
              <a:t>    POSITIVE = "positive"</a:t>
            </a:r>
            <a:br/>
            <a:r>
              <a:t>    NEGATIVE = "negative"</a:t>
            </a:r>
            <a:br/>
            <a:r>
              <a:t>    NEUTRAL = "neutral"</a:t>
            </a:r>
            <a:br/>
            <a:br/>
            <a:r>
              <a:t>class Entity(BaseModel):</a:t>
            </a:r>
            <a:br/>
            <a:r>
              <a:t>    name: str = Field(description="The entity name")</a:t>
            </a:r>
            <a:br/>
            <a:r>
              <a:t>    type: str = Field(description="PERSON, ORG, or LOCATION")</a:t>
            </a:r>
            <a:br/>
            <a:r>
              <a:t>    confidence: float = Field(ge=0, le=1, description="0-1 confidence")</a:t>
            </a:r>
            <a:br/>
            <a:br/>
            <a:r>
              <a:t>class AnalysisResult(BaseModel):</a:t>
            </a:r>
            <a:br/>
            <a:r>
              <a:t>    summary: str = Field(description="One-sentence summary")</a:t>
            </a:r>
            <a:br/>
            <a:r>
              <a:t>    sentiment: Sentiment                    # Enum constrains values</a:t>
            </a:r>
            <a:br/>
            <a:r>
              <a:t>    entities: list[Entity]                  # Nested models</a:t>
            </a:r>
            <a:br/>
            <a:r>
              <a:t>    key_topics: list[str] = Field(max_length=5)</a:t>
            </a:r>
            <a:br/>
            <a:r>
              <a:t>    language: str = Field(description="ISO 639-1 code")</a:t>
            </a:r>
            <a:br/>
            <a:r>
              <a:t>    contains_pii: bool</a:t>
            </a:r>
            <a:br/>
            <a:r>
              <a:t>    pii_types: Optional[list[str]] = None   # Optional fields</a:t>
            </a:r>
            <a:br/>
            <a:br/>
            <a:r>
              <a:t># Field descriptions help the model understand what you want</a:t>
            </a:r>
            <a:br/>
            <a:r>
              <a:t># Enums constrain to fixed sets — Pydantic validates automatically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Vision — Send Images to All 3 Providers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0972800" cy="47548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# OPENAI — base64 in message content</a:t>
            </a:r>
            <a:br/>
            <a:r>
              <a:t>response = client.chat.completions.create(</a:t>
            </a:r>
            <a:br/>
            <a:r>
              <a:t>    model="gpt-5.2",</a:t>
            </a:r>
            <a:br/>
            <a:r>
              <a:t>    messages=[{"role": "user", "content": [</a:t>
            </a:r>
            <a:br/>
            <a:r>
              <a:t>        {"type": "text", "text": "What's in this image?"},</a:t>
            </a:r>
            <a:br/>
            <a:r>
              <a:t>        {"type": "image_url", "image_url": {</a:t>
            </a:r>
            <a:br/>
            <a:r>
              <a:t>            "url": f"data:image/jpeg;base64,{encode_image('photo.jpg')}"</a:t>
            </a:r>
            <a:br/>
            <a:r>
              <a:t>        }}</a:t>
            </a:r>
            <a:br/>
            <a:r>
              <a:t>    ]}]</a:t>
            </a:r>
            <a:br/>
            <a:r>
              <a:t>)</a:t>
            </a:r>
            <a:br/>
            <a:br/>
            <a:r>
              <a:t># ANTHROPIC — image block in content</a:t>
            </a:r>
            <a:br/>
            <a:r>
              <a:t>response = anthropic_client.messages.create(</a:t>
            </a:r>
            <a:br/>
            <a:r>
              <a:t>    model="claude-sonnet-4-6-20250217", max_tokens=1024,</a:t>
            </a:r>
            <a:br/>
            <a:r>
              <a:t>    messages=[{"role": "user", "content": [</a:t>
            </a:r>
            <a:br/>
            <a:r>
              <a:t>        {"type": "image", "source": {"type": "base64",</a:t>
            </a:r>
            <a:br/>
            <a:r>
              <a:t>            "media_type": "image/jpeg", "data": encode_image("photo.jpg")}},</a:t>
            </a:r>
            <a:br/>
            <a:r>
              <a:t>        {"type": "text", "text": "What's in this image?"},</a:t>
            </a:r>
            <a:br/>
            <a:r>
              <a:t>    ]}]</a:t>
            </a:r>
            <a:br/>
            <a:r>
              <a:t>)</a:t>
            </a:r>
            <a:br/>
            <a:br/>
            <a:r>
              <a:t># GOOGLE — simplest (native multimodal — text+image+audio+video)</a:t>
            </a:r>
            <a:br/>
            <a:r>
              <a:t>response = google_client.models.generate_content(</a:t>
            </a:r>
            <a:br/>
            <a:r>
              <a:t>    model="gemini-3-pro",</a:t>
            </a:r>
            <a:br/>
            <a:r>
              <a:t>    contents=[Part.from_bytes(data=Path("photo.jpg").read_bytes(),</a:t>
            </a:r>
            <a:br/>
            <a:r>
              <a:t>              mime_type="image/jpeg"), "What's in this image?"]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Audio &amp; Image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Speech-to-text: Whisper — handles accents, noise, multiple languages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Text-to-speech: OpenAI TTS (6 voices), Gemini native audio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Gemini 3 Pro processes audio natively — transcribe + summarize in one call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Image gen: DALL-E 3 (OpenAI), Imagen 3 (Google) — Anthropic does not generate images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DALL-E 3 rewrites your prompt (check revised_prompt), Imagen 3 excels at photorealism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Hands-On: Multimodal Analysis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Send the same image to GPT-5.2, Claude Sonnet 4.6, and Gemini 3 Pro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Compare three descriptions side by side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Extract structured data (objects, colors, mood) using Pydantic schemas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Optionally generate a TTS narration of the best description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📝 Time: 25 minutes — starter code: session-2/code/multimodal_app.py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Session 2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System prompts are your most powerful tool — be specific, use XML tags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Few-shot &gt; zero-shot; chain-of-thought works for reasoning tasks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Structured output: Pydantic + provider features → guaranteed schemas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Vision: all 3 providers; Gemini 3 Pro natively handles text+image+audio+video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Audio: Whisper (STT), TTS, Gemini native; Image gen: DALL-E 3, Imagen 3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Next → Session 3: Tool use, function calling, custom assistants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