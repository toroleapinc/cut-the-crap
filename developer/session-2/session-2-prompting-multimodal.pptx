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Session 2. System prompts, JSON schemas, vision, audio, and image generation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prompting techniques. These work across all providers. Temperature is the most important parameter after the prompt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prompts are your primary control mechanism. Show examples of good vs bad system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OpenAI has the cleanest structured output. Anthropic uses the tool-use trick. Both work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Native structured output with Pydantic. The .parse() method returns a typed object. No JSON parsing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Anthropic doesn't have native structured output — this tool-use trick is the standard workaround.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Gemini uses response_mime_type + response_schema. Clean approach similar to OpenAI.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 is now standard across all providers. Show the different content formats.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OpenAI vision: mix text and image_url in the content array. Works with base64 or public URLs.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Anthropic vision: image block with explicit media_type. Supports JPEG, PNG, GIF, WebP.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Audio APIs are mature. Whisper is excellent for transcription. TTS voices are natural-sounding.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Image gen is powerful but costs add up. Show the generate_image function from multimodal_app.py.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Image gen and TTS in one slide. Both are simple API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 exercise. Students need an image file and API keys for all 3 providers.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Preview Session 3 on tool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Prompting, Structured Output</a:t>
            </a:r>
            <a:br/>
            <a:r>
              <a:t>&amp; Multimodal APIs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0096D6"/>
                </a:solidFill>
              </a:defRPr>
            </a:pPr>
            <a:r>
              <a:t>System prompts, JSON schemas, vision, audio, and image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8899BB"/>
                </a:solidFill>
              </a:defRPr>
            </a:pPr>
            <a:r>
              <a:t>Session 2 of 8  •  Cut the Crap — AI Engineer Edition  •  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Prompt Engineering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System prompt: sets persona, rules, and constraints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Few-shot examples: show the model what you want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Chain-of-thought: 'Think step by step' improves reasoning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Be specific: 'in 3 bullet points' beats 'briefly'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Negative instructions work: 'Do NOT include disclaimers'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Temperature: 0 = deterministic, 1+ = creative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System Prompt 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Define role: 'You are a senior Python developer'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Set format: 'Respond in JSON with keys: answer, confidence'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Add constraints: 'Maximum 100 words. No markdown.'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Include examples in the system prompt for consistency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Anthropic: system is a separate parameter (not in messages)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Test with edge cases — adversarial inputs reveal weaknesses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2A4A"/>
                </a:solidFill>
              </a:defRPr>
            </a:pPr>
            <a:r>
              <a:t>Structured Output — Three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96D6"/>
                </a:solidFill>
              </a:defRPr>
            </a:pPr>
            <a:r>
              <a:t>OpenAI (Native)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response_format=YourPydanticModel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Guaranteed valid JSON matching schema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Works with GPT-4.1, GPT-5.2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Best: client.beta.chat.completions.parse()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Returns .parsed with typed object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96D6"/>
                </a:solidFill>
              </a:defRPr>
            </a:pPr>
            <a:r>
              <a:t>Anthropic (Tool-Use Trick)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Define a 'tool' with your schema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Force tool_choice to that tool name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Model outputs structured data as tool input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Not 'real' tool use — just schema enforcement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t>Works reliably with Sonnet 4.6+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OpenAI Structured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from pydantic import BaseModel, Field</a:t>
            </a:r>
            <a:br/>
            <a:br/>
            <a:r>
              <a:t>class ImageAnalysis(BaseModel):</a:t>
            </a:r>
            <a:br/>
            <a:r>
              <a:t>    description: str = Field(description="One paragraph description")</a:t>
            </a:r>
            <a:br/>
            <a:r>
              <a:t>    mood: str = Field(description="happy, sad, neutral, etc.")</a:t>
            </a:r>
            <a:br/>
            <a:r>
              <a:t>    objects: list[str] = Field(description="Objects detected")</a:t>
            </a:r>
            <a:br/>
            <a:br/>
            <a:r>
              <a:t>response = client.beta.chat.completions.parse(</a:t>
            </a:r>
            <a:br/>
            <a:r>
              <a:t>    model="gpt-4.1",</a:t>
            </a:r>
            <a:br/>
            <a:r>
              <a:t>    messages=[{"role": "user", "content": "Analyze this photo..."}],</a:t>
            </a:r>
            <a:br/>
            <a:r>
              <a:t>    response_format=ImageAnalysis,</a:t>
            </a:r>
            <a:br/>
            <a:r>
              <a:t>)</a:t>
            </a:r>
            <a:br/>
            <a:r>
              <a:t>result = response.choices[0].message.parsed  # Typed object!</a:t>
            </a:r>
            <a:br/>
            <a:r>
              <a:t>print(result.mood)  # Direct attribute access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Anthropic Structured Output (Tool-Use Pattern)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response = client.messages.create(</a:t>
            </a:r>
            <a:br/>
            <a:r>
              <a:t>    model="claude-sonnet-4-6-20250217",</a:t>
            </a:r>
            <a:br/>
            <a:r>
              <a:t>    max_tokens=1024,</a:t>
            </a:r>
            <a:br/>
            <a:r>
              <a:t>    tools=[{</a:t>
            </a:r>
            <a:br/>
            <a:r>
              <a:t>        "name": "analyze_image",</a:t>
            </a:r>
            <a:br/>
            <a:r>
              <a:t>        "description": "Extract structured analysis",</a:t>
            </a:r>
            <a:br/>
            <a:r>
              <a:t>        "input_schema": ImageAnalysis.model_json_schema(),</a:t>
            </a:r>
            <a:br/>
            <a:r>
              <a:t>    }],</a:t>
            </a:r>
            <a:br/>
            <a:r>
              <a:t>    tool_choice={"type": "tool", "name": "analyze_image"},</a:t>
            </a:r>
            <a:br/>
            <a:r>
              <a:t>    messages=[{"role": "user", "content": "Analyze this photo..."}],</a:t>
            </a:r>
            <a:br/>
            <a:r>
              <a:t>)</a:t>
            </a:r>
            <a:br/>
            <a:r>
              <a:t>data = response.content[0].input  # Dict matching schema</a:t>
            </a:r>
            <a:br/>
            <a:r>
              <a:t>result = ImageAnalysis(**data)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Google Gemini Structured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response = client.models.generate_content(</a:t>
            </a:r>
            <a:br/>
            <a:r>
              <a:t>    model="gemini-2.5-flash",</a:t>
            </a:r>
            <a:br/>
            <a:r>
              <a:t>    contents="Analyze this photo...",</a:t>
            </a:r>
            <a:br/>
            <a:r>
              <a:t>    config={</a:t>
            </a:r>
            <a:br/>
            <a:r>
              <a:t>        "response_mime_type": "application/json",</a:t>
            </a:r>
            <a:br/>
            <a:r>
              <a:t>        "response_schema": ImageAnalysis,  # Pydantic model</a:t>
            </a:r>
            <a:br/>
            <a:r>
              <a:t>    },</a:t>
            </a:r>
            <a:br/>
            <a:r>
              <a:t>)</a:t>
            </a:r>
            <a:br/>
            <a:r>
              <a:t>result = ImageAnalysis(**json.loads(response.text))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Vision APIs — Sending Images to LLMs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All major models now support vision (image understanding)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OpenAI: image_url in content array (base64 or URL)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Anthropic: image source block (base64 + media_type)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Google: Part.from_bytes(data=bytes, mime_type=...)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Best vision: GPT-4.1, Sonnet 4.6, Gemini 2.5 Pro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Use cases: OCR, analysis, accessibility, data extraction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Vision — OpenAI (GPT-4.1)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response = client.chat.completions.create(</a:t>
            </a:r>
            <a:br/>
            <a:r>
              <a:t>    model="gpt-4.1",</a:t>
            </a:r>
            <a:br/>
            <a:r>
              <a:t>    messages=[{</a:t>
            </a:r>
            <a:br/>
            <a:r>
              <a:t>        "role": "user",</a:t>
            </a:r>
            <a:br/>
            <a:r>
              <a:t>        "content": [</a:t>
            </a:r>
            <a:br/>
            <a:r>
              <a:t>            {"type": "text", "text": "Describe this image"},</a:t>
            </a:r>
            <a:br/>
            <a:r>
              <a:t>            {"type": "image_url", "image_url": {</a:t>
            </a:r>
            <a:br/>
            <a:r>
              <a:t>                "url": f"data:image/jpeg;base64,{b64_image}"</a:t>
            </a:r>
            <a:br/>
            <a:r>
              <a:t>            }},</a:t>
            </a:r>
            <a:br/>
            <a:r>
              <a:t>        ],</a:t>
            </a:r>
            <a:br/>
            <a:r>
              <a:t>    }],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Vision — Anthropic (Sonnet 4.6)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response = client.messages.create(</a:t>
            </a:r>
            <a:br/>
            <a:r>
              <a:t>    model="claude-sonnet-4-6-20250217",</a:t>
            </a:r>
            <a:br/>
            <a:r>
              <a:t>    max_tokens=1024,</a:t>
            </a:r>
            <a:br/>
            <a:r>
              <a:t>    messages=[{</a:t>
            </a:r>
            <a:br/>
            <a:r>
              <a:t>        "role": "user",</a:t>
            </a:r>
            <a:br/>
            <a:r>
              <a:t>        "content": [</a:t>
            </a:r>
            <a:br/>
            <a:r>
              <a:t>            {"type": "image", "source": {</a:t>
            </a:r>
            <a:br/>
            <a:r>
              <a:t>                "type": "base64",</a:t>
            </a:r>
            <a:br/>
            <a:r>
              <a:t>                "media_type": "image/jpeg",</a:t>
            </a:r>
            <a:br/>
            <a:r>
              <a:t>                "data": b64_image,</a:t>
            </a:r>
            <a:br/>
            <a:r>
              <a:t>            }},</a:t>
            </a:r>
            <a:br/>
            <a:r>
              <a:t>            {"type": "text", "text": "Describe this image"},</a:t>
            </a:r>
            <a:br/>
            <a:r>
              <a:t>        ],</a:t>
            </a:r>
            <a:br/>
            <a:r>
              <a:t>    }],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Audio APIs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Speech-to-Text: Whisper (transcribe audio → text)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Text-to-Speech: tts-1, tts-1-hd (text → spoken audio)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Realtime Audio: gpt-audio-1.5 (live voice conversations)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Voices: alloy, echo, fable, onyx, nova, shimmer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Use case: voice assistants, transcription, accessibility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Cost: Whisper ~$0.006/min, TTS ~$0.015/1K chars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Image Generation — GPT Image 1.5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OpenAI's image generation via API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Models: gpt-image-1, gpt-image-1.5 (latest, best quality)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Sizes: 1024×1024, 1024×1792, 1792×1024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Quality: standard or high (HD)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Also: image editing and variations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Alternative: Sora 2 for video generation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Image Generation 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10728655" cy="52120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66666"/>
                </a:solidFill>
              </a:defRPr>
            </a:pPr>
            <a:r>
              <a:t>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33333"/>
                </a:solidFill>
                <a:latin typeface="Consolas"/>
              </a:defRPr>
            </a:pPr>
            <a:r>
              <a:t>response = client.images.generate(</a:t>
            </a:r>
            <a:br/>
            <a:r>
              <a:t>    model="gpt-image-1.5",</a:t>
            </a:r>
            <a:br/>
            <a:r>
              <a:t>    prompt="A serene mountain landscape at sunset, photorealistic",</a:t>
            </a:r>
            <a:br/>
            <a:r>
              <a:t>    size="1024x1024",</a:t>
            </a:r>
            <a:br/>
            <a:r>
              <a:t>    quality="high",</a:t>
            </a:r>
            <a:br/>
            <a:r>
              <a:t>    n=1,</a:t>
            </a:r>
            <a:br/>
            <a:r>
              <a:t>)</a:t>
            </a:r>
            <a:br/>
            <a:r>
              <a:t>image_url = response.data[0].url</a:t>
            </a:r>
            <a:br/>
            <a:br/>
            <a:r>
              <a:t># TTS Example</a:t>
            </a:r>
            <a:br/>
            <a:r>
              <a:t>speech = client.audio.speech.create(</a:t>
            </a:r>
            <a:br/>
            <a:r>
              <a:t>    model="tts-1",</a:t>
            </a:r>
            <a:br/>
            <a:r>
              <a:t>    voice="nova",</a:t>
            </a:r>
            <a:br/>
            <a:r>
              <a:t>    input="Hello, welcome to the AI course!",</a:t>
            </a:r>
            <a:br/>
            <a:r>
              <a:t>)</a:t>
            </a:r>
            <a:br/>
            <a:r>
              <a:t>speech.stream_to_file("welcome.mp3")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Hands-On: Multimodal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multimodal_app.py — analyze images with 3 providers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Combines vision + structured output + TTS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Run: python multimodal_app.py photo.jpg --tts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Compares GPT-4.1 vs Sonnet 4.6 vs Gemini 2.5 Flash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Exercise: try different images, compare structured results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Bonus: python multimodal_app.py --generate 'a cat on mars'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2A4A"/>
                </a:solidFill>
              </a:defRPr>
            </a:pPr>
            <a:r>
              <a:t>Key Takeaways — Session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System prompts + few-shot + CoT = core prompt engineering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Structured output: OpenAI native, Anthropic tool-trick, Gemini schema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Vision works across all providers (slightly different formats)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Audio: Whisper (STT), tts-1 (TTS), gpt-audio-1.5 (realtime)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Image gen: GPT Image 1.5 via simple API call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 session: tool use &amp; function calling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