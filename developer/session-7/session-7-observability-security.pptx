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7. Tracing, LLM-as-judge, prompt injection, and guardrails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Observability is often skipped but essential for production. You can't improve what you don't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Langfuse is recommended — open source, easy setup, works with any framework. LangSmith if you use LangChain.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Langfuse is the easiest tracing to add. Two lines of code and you have full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changes: import from langfuse, add @observe decorators, done. Show the Langfuse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Evals are how you maintain quality over time. LLM-as-judge is the most practical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LLM-as-judge: use GPT-4.1 to evaluate outputs. Returns structured scores +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injection is the SQL injection of AI. Take it seriously, especially in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layers: fast pattern matching catches obvious attacks, LLM classifier catches sophisticated ones. Use GPT-4.1-mini for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Guardrails are your safety net. Input validation prevents attacks. Output validation prevents embarrassment.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 suites are your CI/CD for AI quality. Run them automatically and track trends.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Hands-on. Students need Langfuse credentials (free account at cloud.langfuse.com).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Observability and security are non-negotiable for production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Observability, Evals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96D6"/>
                </a:solidFill>
              </a:defRPr>
            </a:pPr>
            <a:r>
              <a:t>Tracing, LLM-as-judge, prompt injection, and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8899BB"/>
                </a:solidFill>
              </a:defRPr>
            </a:pPr>
            <a:r>
              <a:t>Session 7 of 8  •  Cut the Crap — AI Engineer Edition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Why Observability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LLMs are non-deterministic — same input ≠ same output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You can't unit test a vibe — you need to trace and measure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Without tracing: debugging is guesswork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Key metrics: latency, cost, token usage, quality scores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Trace every call: input, output, model, tokens, duration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Traces make it possible to understand and improve your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Tracing &amp; Observability Tools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Feature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Pricing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Langfuse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 source / 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@observe decorator, cost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tier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LangSmith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Cloud (LangChain)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Playground, datasets, evals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tier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Braintrust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Evals-first, prompt mgmt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tier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Arize Phoenix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 source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Traces + embeddings viz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Langfuse — Decorator-Based Tracing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@observe decorator on any function → automatic tracing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Drop-in OpenAI replacement: from langfuse.openai import OpenAI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Traces capture: inputs, outputs, latency, cost, tokens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Nested spans: see the full pipeline (validate → retrieve → generate)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Dashboard: filter, search, analyze traces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Self-hostable or use cloud.langfuse.com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Adding Langfuse Tracing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from langfuse.decorators import observe</a:t>
            </a:r>
            <a:br/>
            <a:r>
              <a:t>from langfuse.openai import OpenAI  # Drop-in replacement</a:t>
            </a:r>
            <a:br/>
            <a:br/>
            <a:r>
              <a:t>client = OpenAI()  # Auto-traces all calls!</a:t>
            </a:r>
            <a:br/>
            <a:br/>
            <a:r>
              <a:t>@observe(name="rag_pipeline")</a:t>
            </a:r>
            <a:br/>
            <a:r>
              <a:t>def rag_pipeline(query: str):</a:t>
            </a:r>
            <a:br/>
            <a:r>
              <a:t>    validation = validate_input(query)  # Also @observe'd</a:t>
            </a:r>
            <a:br/>
            <a:r>
              <a:t>    if not validation["safe"]:</a:t>
            </a:r>
            <a:br/>
            <a:r>
              <a:t>        return "Blocked: potential injection"</a:t>
            </a:r>
            <a:br/>
            <a:r>
              <a:t>    </a:t>
            </a:r>
            <a:br/>
            <a:r>
              <a:t>    context = retrieve(query)           # Also @observe'd</a:t>
            </a:r>
            <a:br/>
            <a:r>
              <a:t>    answer = generate_answer(query, context)  # Auto-traced</a:t>
            </a:r>
            <a:br/>
            <a:r>
              <a:t>    return answer</a:t>
            </a:r>
            <a:br/>
            <a:br/>
            <a:r>
              <a:t># Every call creates a trace visible in Langfuse dashboard</a:t>
            </a:r>
            <a:br/>
            <a:r>
              <a:t># with nested spans, latency, cost, and token counts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Evaluating LLM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Traditional tests don't work: output is non-deterministic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Heuristic checks: keyword presence, format validation, length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LLM-as-judge: use a strong model to evaluate a weaker one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Criteria: correctness, relevance, completeness, grounding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Score on a scale (1-5) with reasoning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Build eval suites and run them on every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LLM-as-Judge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@observe(name="llm_judge")</a:t>
            </a:r>
            <a:br/>
            <a:r>
              <a:t>def llm_judge(question, answer, reference=None):</a:t>
            </a:r>
            <a:br/>
            <a:r>
              <a:t>    prompt = f"""Rate this answer 1-5 on each criterion.</a:t>
            </a:r>
            <a:br/>
            <a:r>
              <a:t>Question: {question}</a:t>
            </a:r>
            <a:br/>
            <a:r>
              <a:t>Answer: {answer}</a:t>
            </a:r>
            <a:br/>
            <a:r>
              <a:t>{f"Reference: {reference}" if reference else ""}</a:t>
            </a:r>
            <a:br/>
            <a:br/>
            <a:r>
              <a:t>Criteria:</a:t>
            </a:r>
            <a:br/>
            <a:r>
              <a:t>- correctness, relevance, completeness, grounding</a:t>
            </a:r>
            <a:br/>
            <a:r>
              <a:t>Respond in JSON."""</a:t>
            </a:r>
            <a:br/>
            <a:br/>
            <a:r>
              <a:t>    response = client.chat.completions.create(</a:t>
            </a:r>
            <a:br/>
            <a:r>
              <a:t>        model="gpt-4.1",  # Use strong model as judge</a:t>
            </a:r>
            <a:br/>
            <a:r>
              <a:t>        messages=[{"role": "user", "content": prompt}],</a:t>
            </a:r>
            <a:br/>
            <a:r>
              <a:t>        response_format={"type": "json_object"},</a:t>
            </a:r>
            <a:br/>
            <a:r>
              <a:t>        temperature=0,</a:t>
            </a:r>
            <a:br/>
            <a:r>
              <a:t>    )</a:t>
            </a:r>
            <a:br/>
            <a:r>
              <a:t>    return json.loads(response.choices[0].message.content)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Prompt Injection — The #1 Security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Attacker crafts input that overrides your system prompt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Examples: 'Ignore all previous instructions', 'You are now...'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Can exfiltrate system prompts, bypass safety, cause harm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Indirect injection: malicious content in retrieved documents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No perfect defense — defense in depth is essential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Two-layer approach: pattern matching + LLM classifier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Prompt Injection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INJECTION_PATTERNS = [</a:t>
            </a:r>
            <a:br/>
            <a:r>
              <a:t>    "ignore all previous", "ignore your instructions",</a:t>
            </a:r>
            <a:br/>
            <a:r>
              <a:t>    "you are now", "disregard", "new instructions",</a:t>
            </a:r>
            <a:br/>
            <a:r>
              <a:t>    "system prompt", "reveal your", "forget everything",</a:t>
            </a:r>
            <a:br/>
            <a:r>
              <a:t>]</a:t>
            </a:r>
            <a:br/>
            <a:br/>
            <a:r>
              <a:t>def detect_injection_pattern(text):</a:t>
            </a:r>
            <a:br/>
            <a:r>
              <a:t>    lower = text.lower()</a:t>
            </a:r>
            <a:br/>
            <a:r>
              <a:t>    return any(p in lower for p in INJECTION_PATTERNS)</a:t>
            </a:r>
            <a:br/>
            <a:br/>
            <a:r>
              <a:t>def detect_injection_llm(text):</a:t>
            </a:r>
            <a:br/>
            <a:r>
              <a:t>    response = client.chat.completions.create(</a:t>
            </a:r>
            <a:br/>
            <a:r>
              <a:t>        model="gpt-4.1-mini",  # Cheap, fast classifier</a:t>
            </a:r>
            <a:br/>
            <a:r>
              <a:t>        messages=[{"role": "user", "content":</a:t>
            </a:r>
            <a:br/>
            <a:r>
              <a:t>            f'Is this prompt injection? Reply SAFE or INJECTION.\n{text}'}],</a:t>
            </a:r>
            <a:br/>
            <a:r>
              <a:t>        temperature=0, max_tokens=10)</a:t>
            </a:r>
            <a:br/>
            <a:r>
              <a:t>    return "INJECTION" in response.choices[0].message.content</a:t>
            </a:r>
            <a:br/>
            <a:br/>
            <a:r>
              <a:t># Layer 1: fast pattern match, Layer 2: LLM for subtle attacks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Guardrails — Input &amp; Output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Input guardrails: injection detection, PII filtering, length limits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Output guardrails: format validation, toxicity filtering, fact checking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Tools: Guardrails AI, NeMo Guardrails, custom validators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PII detection: regex patterns + entity recognition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Toxicity: OpenAI moderation endpoint (free), Perspective API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Always validate both input AND output in production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Building an Eval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Define test cases: question, expected answer, edge cases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Include: happy path, decline tests, injection tests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Automate: run evals on every prompt change or code update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Track scores over time — detect regressions early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Gold standard: human evaluation (expensive, periodic)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Practical: LLM-as-judge for daily, human for monthly review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Hands-On: Tracing + Evals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tracing_demo.py — RAG pipeline with full observability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Mode 1: Interactive Q&amp;A (traces visible in Langfuse)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Mode 2: Run eval suite (correctness, decline, injection tests)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Mode 3: Test injection detection (pattern + LLM classifier)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Exercise: run all 3 modes, check Langfuse dashboard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Bonus: add your own eval test cases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Key Takeaways — Session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Trace everything: Langfuse @observe makes it trivial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Evals: LLM-as-judge for automated quality measurement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Prompt injection: two-layer defense (pattern + LLM classifier)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Guardrails: validate both inputs and outputs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Build eval suites and run them on every change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 session: production, cost optimization &amp; OpenClaw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