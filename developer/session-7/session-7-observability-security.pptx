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Today: tracing, evaluation, hallucinations, prompt injection,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Observability is not optional for production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 Langfuse for most teams. Open-source, great DX.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decorator. That's it. Langfuse captures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Evals are your test suite for AI. Build them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trust LLM output for critical decisions without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injection is THE security concern for LLM apps.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is layers. No single solution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min. Wrap observability around existing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Session 7: Observability, Evals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0096D6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7432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Observability &amp; Tracing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Observability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LLM calls are non-deterministic — same input, different output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You need to see: latency, tokens, cost, quality per call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Debug agent loops: what did it think? what tools did it call?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Production monitoring: detect drift, errors, cost spikes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Compliance: audit trail for regulated industries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Without observability, you're flying blind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Observability Tools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48639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Key Feature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Langfuse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Open-source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@observe decorator, self-host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LangSmith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LangChain ecosystem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Deep LangChain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Braintrust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Evals + logging combined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Arize Phoenix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Open-source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Traces + embeddings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OpenTelemetry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Generic, works with everything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Langfuse Tracing — It's This Easy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from langfuse.decorators import observe, langfuse_context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from openai import OpenAI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client = OpenAI()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@observe()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def my_agent(query: str):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# Automatically traced!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response = client.chat.completions.create(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model="gpt-4.1",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messages=[{"role": "user", "content": query}]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return response.choices[0].message.content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@observe()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def agent_with_tools(query: str):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result = my_agent(query)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# Nested traces show the full call tree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return process_result(result)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Evaluations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Evaluating LLM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Challenge: no single 'correct' answer for most tasks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Approaches: exact match, semantic similarity, LLM-as-judge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LLM-as-judge: use GPT-4.1 to grade outputs (surprisingly effective)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Rubric-based: define criteria, score each one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Human eval: gold standard but expensive and slow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Automate what you can, human-review the rest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Hallucinations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Hallucination: model confidently states false information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Causes: training data gaps, pattern completion, no grounding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Mitigation: RAG (ground in real data), lower temperature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Ask model to cite sources, say 'I don't know'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Verify critical outputs programmatically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Hallucination rate varies: Opus 4.6 &lt; GPT-5.2 &lt; smaller models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Security &amp;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Prompt Injection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Direct injection: user input overrides system prompt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Indirect injection: malicious content in retrieved documents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Example: "Ignore all previous instructions and..."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Defense: input validation + LLM classifier + output filtering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Never put secrets in system prompts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Treat user input as untrusted (like SQL injection)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Building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Input validation: length limits, content filtering, PII detection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Output validation: check for PII leaks, toxicity, off-topic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Pattern matching: regex for known attack patterns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LLM classifier: use a cheap model to classify inputs as safe/unsafe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Layered defense: multiple checks, not just one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Tools: Guardrails AI, NeMo Guardrails, custom validators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Hands-On: Add Tracing + Evals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Goal: add Langfuse tracing to the Session 5 agent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Add @observe decorators to agent functions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Implement LLM-as-judge eval for response quality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Add basic input validation guardrails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Review traces in Langfuse dashboard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File: tracing_demo.py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Session 7 Complete</a:t>
            </a:r>
          </a:p>
          <a:p>
            <a:pPr algn="ctr">
              <a:defRPr sz="2200">
                <a:solidFill>
                  <a:srgbClr val="0096D6"/>
                </a:solidFill>
              </a:defRPr>
            </a:pPr>
            <a:r>
              <a:t>Next: Production, Dev Tools &amp; OpenClaw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